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30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REUNIÓN GENERAL  ·  40-45 MIN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94360" y="1554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kern="0" spc="1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ESTACA, CUERDA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kern="0" spc="1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CORTINA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“Ensancha el sitio de tu tienda... alarga tus cuerdas, y refuerza tus estacas.”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3657600" cy="411480"/>
          </a:xfrm>
          <a:prstGeom prst="rect">
            <a:avLst/>
          </a:prstGeom>
          <a:solidFill>
            <a:srgbClr val="5DBE2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ISAÍAS 54:2  ·  RVR1960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79"/>
            <a:ext cx="8046720" cy="190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Catorce días de campamento. 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tormenta.</a:t>
            </a: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Dos maneras de armar una carpa.</a:t>
            </a:r>
            <a:endParaRPr lang="en-US" sz="3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5A83D71-EF6F-3BD4-0DC0-9AA0FC847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75" y="2873828"/>
            <a:ext cx="4140926" cy="20704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866E532-3AFD-C9C5-CE13-9586C57A1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018" y="2873828"/>
            <a:ext cx="4132942" cy="20664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“Ensancha el sitio de tu tienda, y las cortinas de tus habitaciones sean extendidas; no seas escasa; alarga tus cuerdas, y refuerza tus estacas.”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971800"/>
            <a:ext cx="3657600" cy="411480"/>
          </a:xfrm>
          <a:prstGeom prst="rect">
            <a:avLst/>
          </a:prstGeom>
          <a:solidFill>
            <a:srgbClr val="5DBE2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ISAÍAS 54:2  ·  RVR1960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7498080" cy="105156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51560" y="38404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 CENTRAL</a:t>
            </a:r>
            <a:endParaRPr lang="en-US" sz="1200" dirty="0"/>
          </a:p>
          <a:p>
            <a:pPr marL="0" indent="0">
              <a:buNone/>
            </a:pPr>
            <a:r>
              <a:rPr lang="en-US" sz="1900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crecemos soltando lo firme — crecemos exigiéndole más a lo firme.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1 DE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Estaca — en qué me afirmo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1 · LA ESTACA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no se ve, sostiene todo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271486"/>
            <a:ext cx="5029200" cy="2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estaca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clavada en tierra. Nuestra estaca no es una emoción ni una racha: es lo que Dios ya dijo de nosotros.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no dice “clavá una estaca nueva”, dice “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reforzá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que ya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”.</a:t>
            </a:r>
            <a:endParaRPr lang="en-US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B11810A-5564-828A-4146-7A0244477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14" y="1049202"/>
            <a:ext cx="2930298" cy="39070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41732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097280" y="1783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APLICACIÓN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4028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¿En qué estamos parados hoy que resistiría una tormenta de verdad, y no solo un día despejado?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2 DE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Cuerda — en qué me proyecto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2 · LA CUERDA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cuerda no decide sola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256970"/>
            <a:ext cx="5029200" cy="258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cuerda suelta de la estaca no estira nada: se arrastra por el piso.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54:3 — 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 extenderás a la mano derecha y a la mano izquierda; y tu descendencia heredará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naciones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  <a:endParaRPr lang="en-US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E24BF0B-0A03-D400-3B1F-C7525FDB2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36" y="868680"/>
            <a:ext cx="2732195" cy="40982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41732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097280" y="1783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APLICACIÓN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4028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¿Hacia dónde nos está estirando Dios hoy que todavía no vemos con claridad?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3 DE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Cortina — el resultado que construimos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9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3 · LA CORTINA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</a:t>
            </a:r>
            <a:r>
              <a:rPr lang="en-US" sz="32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</a:t>
            </a:r>
            <a:r>
              <a:rPr lang="en-US" sz="3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fue la lona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111828"/>
            <a:ext cx="5029200" cy="273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cortina es el espacio donde alguien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Cerrarnos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000" dirty="0" err="1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formas, es escatimarnos a nosotros mismos.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Hechos 2:42-46 — </a:t>
            </a:r>
            <a:r>
              <a:rPr lang="en-US" sz="2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iglesia primitiva tuvo estacas firmes (doctrina) y cuerdas que se estiraron hacia todos.</a:t>
            </a:r>
            <a:endParaRPr lang="en-US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139A97-073C-B8B1-78D2-5A2CB1D6A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613" y="868680"/>
            <a:ext cx="2732315" cy="4098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576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417320"/>
            <a:ext cx="7680960" cy="2286000"/>
          </a:xfrm>
          <a:prstGeom prst="roundRect">
            <a:avLst>
              <a:gd name="adj" fmla="val 3200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097280" y="1783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APLICACIÓN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24028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clase de comunidad estamos construyendo con lo que afirmamos y hacia dónde nos proyectamos?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laughing-davinci/mnt/iglesia_el_renuevo/predicas/Predica General/assets/ma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80160"/>
            <a:ext cx="7315200" cy="286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estaca sola es un monumento. Una cuerda sola es una soga tirada en el piso. Las </a:t>
            </a:r>
            <a:r>
              <a:rPr lang="en-US" sz="2800" b="1" i="1" dirty="0">
                <a:solidFill>
                  <a:schemeClr val="accent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juntas </a:t>
            </a:r>
            <a:r>
              <a:rPr lang="en-US" sz="2800" b="1" i="1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 lo único que arma una cortina: un lugar real donde vivir en comunidad.</a:t>
            </a:r>
            <a:endParaRPr lang="en-US" sz="2800" b="1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DBE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IGLESIA EL RENUEVO  ·  MCyM  ·  REUNIÓN GENERAL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406</Words>
  <Application>Microsoft Office PowerPoint</Application>
  <PresentationFormat>Presentación en pantalla (16:9)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Estaca, Cuerda y Cortina</dc:title>
  <dc:subject>PptxGenJS Presentation</dc:subject>
  <dc:creator>Misael Peloc</dc:creator>
  <cp:lastModifiedBy>Pablo Misael Peloc</cp:lastModifiedBy>
  <cp:revision>2</cp:revision>
  <dcterms:created xsi:type="dcterms:W3CDTF">2026-07-05T23:00:32Z</dcterms:created>
  <dcterms:modified xsi:type="dcterms:W3CDTF">2026-07-05T23:16:46Z</dcterms:modified>
</cp:coreProperties>
</file>