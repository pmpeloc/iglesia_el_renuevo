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2767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kern="0" spc="4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RENUEVO  -  REUNION GENERAL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CRISTIANISMO</a:t>
            </a:r>
            <a:endParaRPr lang="en-US" sz="7200" dirty="0"/>
          </a:p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GENUINO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C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Juan 5:1-5  -  RVR60</a:t>
            </a:r>
            <a:endParaRPr lang="en-US" sz="3000" dirty="0"/>
          </a:p>
        </p:txBody>
      </p:sp>
      <p:pic>
        <p:nvPicPr>
          <p:cNvPr id="6" name="Image 0" descr="/sessions/cool-blissful-noether/mnt/iglesia_el_renuevo/logos/LOGO-EL RENUEVO-R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617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20040" y="137160"/>
            <a:ext cx="64008" cy="4846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 no es el ateismo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286000" y="1965960"/>
            <a:ext cx="4572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enfrenta algo mas sutil: personas que dicen creer pero cuya fe no tiene sustancia. Hoy se llama: cristianismo nominal.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349300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0C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"...para que sepais que teneis vida eterna."  1 Juan 5:13</a:t>
            </a:r>
            <a:endParaRPr lang="en-US" sz="2800" dirty="0"/>
          </a:p>
        </p:txBody>
      </p:sp>
      <p:pic>
        <p:nvPicPr>
          <p:cNvPr id="9" name="Image 0" descr="/sessions/cool-blissful-noether/mnt/iglesia_el_renuevo/logos/LOGO-EL RENUEVO-R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617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20040" y="137160"/>
            <a:ext cx="64008" cy="4846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BASE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Juan 5:1-5  -  RVR60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286000" y="1481328"/>
            <a:ext cx="4572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"Todo aquel que cree que Jesus es el Cristo, es nacido de Dios..."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0C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"Quien es el que vence al mundo, sino el que cree que Jesus es el Hijo de Dios?"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43708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Juan 5:1, 5  -  RVR60</a:t>
            </a:r>
            <a:endParaRPr lang="en-US" sz="1700" dirty="0"/>
          </a:p>
        </p:txBody>
      </p:sp>
      <p:pic>
        <p:nvPicPr>
          <p:cNvPr id="10" name="Image 0" descr="/sessions/cool-blissful-noether/mnt/iglesia_el_renuevo/logos/LOGO-EL RENUEVO-R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617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20116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2331720" y="502920"/>
            <a:ext cx="64008" cy="4114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560320" y="502920"/>
            <a:ext cx="6400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PRUEBA</a:t>
            </a:r>
            <a:endParaRPr lang="en-US" sz="6400" dirty="0"/>
          </a:p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LA FE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2560320" y="31089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i="1" dirty="0">
                <a:solidFill>
                  <a:srgbClr val="F0C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crees define lo que sos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560320" y="38221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vv. 1, 5</a:t>
            </a:r>
            <a:endParaRPr lang="en-US" sz="2200" dirty="0"/>
          </a:p>
        </p:txBody>
      </p:sp>
      <p:pic>
        <p:nvPicPr>
          <p:cNvPr id="8" name="Image 0" descr="/sessions/cool-blissful-noether/mnt/iglesia_el_renuevo/logos/LOGO-EL RENUEVO-R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617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20040" y="137160"/>
            <a:ext cx="64008" cy="4846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 -  LA PRUEBA DE LA FE  -  vv. 1,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Quien crees que es Jesus exactamente?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286000" y="1965960"/>
            <a:ext cx="4572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fe que describe Juan no es generica. Es una confesion concreta: Jesus es el Cristo, el Hijo de Dios encarnado, el unico Salvador.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3401568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0C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alteras quien es Jesus, alteras el evangelio entero. La fe genuina reorienta toda la vida.</a:t>
            </a:r>
            <a:endParaRPr lang="en-US" sz="2800" dirty="0"/>
          </a:p>
        </p:txBody>
      </p:sp>
      <p:pic>
        <p:nvPicPr>
          <p:cNvPr id="9" name="Image 0" descr="/sessions/cool-blissful-noether/mnt/iglesia_el_renuevo/logos/LOGO-EL RENUEVO-R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617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128016" cy="3291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kern="0" spc="3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 -  VERSICULO CLAVE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"Quien es el que vence al mundo, sino el que cree que Jesus es el Hijo de Dios?"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42245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Juan 5:5  -  RVR60</a:t>
            </a:r>
            <a:endParaRPr lang="en-US" sz="2400" dirty="0"/>
          </a:p>
        </p:txBody>
      </p:sp>
      <p:pic>
        <p:nvPicPr>
          <p:cNvPr id="6" name="Image 0" descr="/sessions/cool-blissful-noether/mnt/iglesia_el_renuevo/logos/LOGO-EL RENUEVO-R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617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8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</a:t>
            </a:r>
            <a:endParaRPr lang="en-US" sz="14800" dirty="0"/>
          </a:p>
        </p:txBody>
      </p:sp>
      <p:sp>
        <p:nvSpPr>
          <p:cNvPr id="4" name="Shape 2"/>
          <p:cNvSpPr/>
          <p:nvPr/>
        </p:nvSpPr>
        <p:spPr>
          <a:xfrm>
            <a:off x="2651760" y="502920"/>
            <a:ext cx="64008" cy="4114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880360" y="502920"/>
            <a:ext cx="6035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PRUEBA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LA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OBEDIENCIA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880360" y="3090672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i="1" dirty="0">
                <a:solidFill>
                  <a:srgbClr val="F0C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haces revela lo que crees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880360" y="38221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vv. 2-3</a:t>
            </a:r>
            <a:endParaRPr lang="en-US" sz="2200" dirty="0"/>
          </a:p>
        </p:txBody>
      </p:sp>
      <p:pic>
        <p:nvPicPr>
          <p:cNvPr id="8" name="Image 0" descr="/sessions/cool-blissful-noether/mnt/iglesia_el_renuevo/logos/LOGO-EL RENUEVO-R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617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20040" y="137160"/>
            <a:ext cx="64008" cy="4846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 -  LA PRUEBA DE LA OBEDIENCIA  -  vv. 2-3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obediencia es senal, no camino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286000" y="1965960"/>
            <a:ext cx="4572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guarda la ley para ser salvo. La obediencia es la expresion natural del amor en quien ya fue transformado.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3401568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0C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que nacio de Dios tiene naturaleza nueva. Obedecer no es carga: fluye naturalmente. No perfeccion — direccion.</a:t>
            </a:r>
            <a:endParaRPr lang="en-US" sz="2800" dirty="0"/>
          </a:p>
        </p:txBody>
      </p:sp>
      <p:pic>
        <p:nvPicPr>
          <p:cNvPr id="9" name="Image 0" descr="/sessions/cool-blissful-noether/mnt/iglesia_el_renuevo/logos/LOGO-EL RENUEVO-R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617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kern="0" spc="3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 -  CLAVE TEOLOGICA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"sus mandamientos</a:t>
            </a:r>
            <a:endParaRPr lang="en-US" sz="6000" dirty="0"/>
          </a:p>
          <a:p>
            <a:pPr marL="0" indent="0" algn="ctr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son gravosos"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34015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Juan 5:3  -  RVR60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0" y="3913632"/>
            <a:ext cx="4572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4041648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nueva naturaleza obedece por amor, no por obligacion.</a:t>
            </a:r>
            <a:endParaRPr lang="en-US" sz="2700" dirty="0"/>
          </a:p>
        </p:txBody>
      </p:sp>
      <p:pic>
        <p:nvPicPr>
          <p:cNvPr id="7" name="Image 0" descr="/sessions/cool-blissful-noether/mnt/iglesia_el_renuevo/logos/LOGO-EL RENUEVO-R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617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82880" y="22860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III</a:t>
            </a:r>
            <a:endParaRPr lang="en-US" sz="12800" dirty="0"/>
          </a:p>
        </p:txBody>
      </p:sp>
      <p:sp>
        <p:nvSpPr>
          <p:cNvPr id="4" name="Shape 2"/>
          <p:cNvSpPr/>
          <p:nvPr/>
        </p:nvSpPr>
        <p:spPr>
          <a:xfrm>
            <a:off x="2926080" y="502920"/>
            <a:ext cx="64008" cy="4114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154680" y="502920"/>
            <a:ext cx="5760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PRUEBA</a:t>
            </a:r>
            <a:endParaRPr lang="en-US" sz="6400" dirty="0"/>
          </a:p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 AMOR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154680" y="3090672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i="1" dirty="0">
                <a:solidFill>
                  <a:srgbClr val="F0C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quien amas muestra de quien sos hijo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172968" y="404850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vv. 1b-2</a:t>
            </a:r>
            <a:endParaRPr lang="en-US" sz="2200" dirty="0"/>
          </a:p>
        </p:txBody>
      </p:sp>
      <p:pic>
        <p:nvPicPr>
          <p:cNvPr id="8" name="Image 0" descr="/sessions/cool-blissful-noether/mnt/iglesia_el_renuevo/logos/LOGO-EL RENUEVO-R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617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20040" y="137160"/>
            <a:ext cx="64008" cy="4846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 -  LA PRUEBA DEL AMOR  -  vv. 1b-2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podes amar al Padre y odiar a sus hijos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286000" y="1965960"/>
            <a:ext cx="4572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"Todo aquel que ama al que engendro, ama tambien al que ha sido engendrado por el." (v. 1b)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3401568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amor a los hermanos es la prueba mas dificil de falsificar. Podes fingir doctrina, pero el amor genuino a personas concretas no se sostiene artificialmente.</a:t>
            </a:r>
            <a:endParaRPr lang="en-US" sz="2600" dirty="0"/>
          </a:p>
        </p:txBody>
      </p:sp>
      <p:pic>
        <p:nvPicPr>
          <p:cNvPr id="9" name="Image 0" descr="/sessions/cool-blissful-noether/mnt/iglesia_el_renuevo/logos/LOGO-EL RENUEVO-R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617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8016" cy="3337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kern="0" spc="3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 -  VERSICULO CLAVE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"Si alguno dice: Yo amo a Dios, y aborrece a su hermano, es mentiroso. Pues el que no ama a su hermano a quien ha visto, como puede amar a Dios a quien no ha visto?"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41879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Juan 4:20  -  RVR60</a:t>
            </a:r>
            <a:endParaRPr lang="en-US" sz="2400" dirty="0"/>
          </a:p>
        </p:txBody>
      </p:sp>
      <p:pic>
        <p:nvPicPr>
          <p:cNvPr id="6" name="Image 0" descr="/sessions/cool-blissful-noether/mnt/iglesia_el_renuevo/logos/LOGO-EL RENUEVO-R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617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" y="530352"/>
            <a:ext cx="91440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Todo lo que es nacido</a:t>
            </a:r>
            <a:endParaRPr lang="en-US" sz="5600" dirty="0"/>
          </a:p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Dios VENCE al mundo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307695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F0C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Juan 5:4  -  RVR60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2286000" y="3550158"/>
            <a:ext cx="4572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3630168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tres pruebas no son requisitos para salvarse — son seniales de que el nuevo nacimiento ya ocurrio.</a:t>
            </a:r>
            <a:endParaRPr lang="en-US" sz="2600" dirty="0"/>
          </a:p>
        </p:txBody>
      </p:sp>
      <p:pic>
        <p:nvPicPr>
          <p:cNvPr id="8" name="Image 0" descr="/sessions/cool-blissful-noether/mnt/iglesia_el_renuevo/logos/LOGO-EL RENUEVO-R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617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kern="0" spc="4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LLAMADO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Hubo realmente un</a:t>
            </a:r>
            <a:endParaRPr lang="en-US" sz="5200" dirty="0"/>
          </a:p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encuentro con Dios</a:t>
            </a:r>
            <a:endParaRPr lang="en-US" sz="5200" dirty="0"/>
          </a:p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 te cambio?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2286000" y="3703320"/>
            <a:ext cx="4572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F0C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 no es para condenar — es para abrir la puerta al evangelio: al mismo Jesucristo, el </a:t>
            </a:r>
            <a:r>
              <a:rPr lang="en-US" sz="2600" i="1" dirty="0" err="1">
                <a:solidFill>
                  <a:srgbClr val="F0C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</a:t>
            </a:r>
            <a:r>
              <a:rPr lang="en-US" sz="2600" i="1" dirty="0">
                <a:solidFill>
                  <a:srgbClr val="F0C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600" i="1" dirty="0" err="1">
                <a:solidFill>
                  <a:srgbClr val="F0C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Señor</a:t>
            </a:r>
            <a:r>
              <a:rPr lang="en-US" sz="2600" i="1" dirty="0">
                <a:solidFill>
                  <a:srgbClr val="F0C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el mismo Salvador.</a:t>
            </a:r>
            <a:endParaRPr lang="en-US" sz="2600" dirty="0"/>
          </a:p>
        </p:txBody>
      </p:sp>
      <p:pic>
        <p:nvPicPr>
          <p:cNvPr id="6" name="Image 0" descr="/sessions/cool-blissful-noether/mnt/iglesia_el_renuevo/logos/LOGO-EL RENUEVO-R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617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</Words>
  <Application>Microsoft Office PowerPoint</Application>
  <PresentationFormat>Presentación en pantalla (16:9)</PresentationFormat>
  <Paragraphs>76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Arial Black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Pablo Misael Peloc</cp:lastModifiedBy>
  <cp:revision>3</cp:revision>
  <dcterms:created xsi:type="dcterms:W3CDTF">2026-06-07T22:54:11Z</dcterms:created>
  <dcterms:modified xsi:type="dcterms:W3CDTF">2026-06-07T22:55:43Z</dcterms:modified>
</cp:coreProperties>
</file>