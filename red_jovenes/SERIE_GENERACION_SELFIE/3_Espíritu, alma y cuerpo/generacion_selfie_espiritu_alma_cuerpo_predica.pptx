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87d84698834460" /><Relationship Type="http://schemas.openxmlformats.org/officeDocument/2006/relationships/extended-properties" Target="/docProps/app.xml" Id="R9c5a6ea210a94af6" /><Relationship Type="http://schemas.openxmlformats.org/officeDocument/2006/relationships/officeDocument" Target="/ppt/presentation.xml" Id="R23cb5f862d09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4c5caad2964c5f"/>
  </p:sldMasterIdLst>
  <p:notesMasterIdLst>
    <p:notesMasterId xmlns:r="http://schemas.openxmlformats.org/officeDocument/2006/relationships" r:id="R380e7ef495434198"/>
  </p:notesMasterIdLst>
  <p:sldIdLst>
    <p:sldId xmlns:r="http://schemas.openxmlformats.org/officeDocument/2006/relationships" id="256" r:id="R271984c544a14721"/>
    <p:sldId xmlns:r="http://schemas.openxmlformats.org/officeDocument/2006/relationships" id="257" r:id="Rcc61509834b14c0f"/>
    <p:sldId xmlns:r="http://schemas.openxmlformats.org/officeDocument/2006/relationships" id="258" r:id="R4fae8a8ac63c4c9e"/>
    <p:sldId xmlns:r="http://schemas.openxmlformats.org/officeDocument/2006/relationships" id="259" r:id="R940884a075874c1e"/>
    <p:sldId xmlns:r="http://schemas.openxmlformats.org/officeDocument/2006/relationships" id="260" r:id="Rc210a5c77fd24644"/>
    <p:sldId xmlns:r="http://schemas.openxmlformats.org/officeDocument/2006/relationships" id="261" r:id="Rb7e0141798374b01"/>
    <p:sldId xmlns:r="http://schemas.openxmlformats.org/officeDocument/2006/relationships" id="262" r:id="Rec706455ef914fb7"/>
    <p:sldId xmlns:r="http://schemas.openxmlformats.org/officeDocument/2006/relationships" id="263" r:id="R0edcb6ef547c4a35"/>
    <p:sldId xmlns:r="http://schemas.openxmlformats.org/officeDocument/2006/relationships" id="264" r:id="R2c8414833a874901"/>
    <p:sldId xmlns:r="http://schemas.openxmlformats.org/officeDocument/2006/relationships" id="265" r:id="Rf7e011e4cb7e4084"/>
    <p:sldId xmlns:r="http://schemas.openxmlformats.org/officeDocument/2006/relationships" id="266" r:id="R15bde5d07ffb48d3"/>
    <p:sldId xmlns:r="http://schemas.openxmlformats.org/officeDocument/2006/relationships" id="267" r:id="R849a58905643468f"/>
    <p:sldId xmlns:r="http://schemas.openxmlformats.org/officeDocument/2006/relationships" id="268" r:id="R31f7a9e0b34c44eb"/>
    <p:sldId xmlns:r="http://schemas.openxmlformats.org/officeDocument/2006/relationships" id="269" r:id="R647bd840364e4d31"/>
    <p:sldId xmlns:r="http://schemas.openxmlformats.org/officeDocument/2006/relationships" id="270" r:id="R3e9886f5974746ea"/>
    <p:sldId xmlns:r="http://schemas.openxmlformats.org/officeDocument/2006/relationships" id="271" r:id="Rfcf30b767a6a44b6"/>
    <p:sldId xmlns:r="http://schemas.openxmlformats.org/officeDocument/2006/relationships" id="272" r:id="Re531ba76d7ee49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ea09e1667e4a7c" /><Relationship Type="http://schemas.openxmlformats.org/officeDocument/2006/relationships/slideMaster" Target="/ppt/slideMasters/slideMaster1.xml" Id="Rc24c5caad2964c5f" /><Relationship Type="http://schemas.openxmlformats.org/officeDocument/2006/relationships/notesMaster" Target="/ppt/notesMasters/notesMaster1.xml" Id="R380e7ef495434198" /><Relationship Type="http://schemas.openxmlformats.org/officeDocument/2006/relationships/presProps" Target="/ppt/presProps.xml" Id="R02edba47d0924990" /><Relationship Type="http://schemas.openxmlformats.org/officeDocument/2006/relationships/tableStyles" Target="/ppt/tableStyles.xml" Id="Rb6ede4572346468a" /><Relationship Type="http://schemas.openxmlformats.org/officeDocument/2006/relationships/slide" Target="/ppt/slides/slide1.xml" Id="R271984c544a14721" /><Relationship Type="http://schemas.openxmlformats.org/officeDocument/2006/relationships/slide" Target="/ppt/slides/slide2.xml" Id="Rcc61509834b14c0f" /><Relationship Type="http://schemas.openxmlformats.org/officeDocument/2006/relationships/slide" Target="/ppt/slides/slide3.xml" Id="R4fae8a8ac63c4c9e" /><Relationship Type="http://schemas.openxmlformats.org/officeDocument/2006/relationships/slide" Target="/ppt/slides/slide4.xml" Id="R940884a075874c1e" /><Relationship Type="http://schemas.openxmlformats.org/officeDocument/2006/relationships/slide" Target="/ppt/slides/slide5.xml" Id="Rc210a5c77fd24644" /><Relationship Type="http://schemas.openxmlformats.org/officeDocument/2006/relationships/slide" Target="/ppt/slides/slide6.xml" Id="Rb7e0141798374b01" /><Relationship Type="http://schemas.openxmlformats.org/officeDocument/2006/relationships/slide" Target="/ppt/slides/slide7.xml" Id="Rec706455ef914fb7" /><Relationship Type="http://schemas.openxmlformats.org/officeDocument/2006/relationships/slide" Target="/ppt/slides/slide8.xml" Id="R0edcb6ef547c4a35" /><Relationship Type="http://schemas.openxmlformats.org/officeDocument/2006/relationships/slide" Target="/ppt/slides/slide9.xml" Id="R2c8414833a874901" /><Relationship Type="http://schemas.openxmlformats.org/officeDocument/2006/relationships/slide" Target="/ppt/slides/slide10.xml" Id="Rf7e011e4cb7e4084" /><Relationship Type="http://schemas.openxmlformats.org/officeDocument/2006/relationships/slide" Target="/ppt/slides/slide11.xml" Id="R15bde5d07ffb48d3" /><Relationship Type="http://schemas.openxmlformats.org/officeDocument/2006/relationships/slide" Target="/ppt/slides/slide12.xml" Id="R849a58905643468f" /><Relationship Type="http://schemas.openxmlformats.org/officeDocument/2006/relationships/slide" Target="/ppt/slides/slide13.xml" Id="R31f7a9e0b34c44eb" /><Relationship Type="http://schemas.openxmlformats.org/officeDocument/2006/relationships/slide" Target="/ppt/slides/slide14.xml" Id="R647bd840364e4d31" /><Relationship Type="http://schemas.openxmlformats.org/officeDocument/2006/relationships/slide" Target="/ppt/slides/slide15.xml" Id="R3e9886f5974746ea" /><Relationship Type="http://schemas.openxmlformats.org/officeDocument/2006/relationships/slide" Target="/ppt/slides/slide16.xml" Id="Rfcf30b767a6a44b6" /><Relationship Type="http://schemas.openxmlformats.org/officeDocument/2006/relationships/slide" Target="/ppt/slides/slide17.xml" Id="Re531ba76d7ee49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e9ae7fdb83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89745602b484e" /><Relationship Type="http://schemas.openxmlformats.org/officeDocument/2006/relationships/notesMaster" Target="/ppt/notesMasters/notesMaster1.xml" Id="R14dc5f0a067043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e1a229b8ab45fb" /><Relationship Type="http://schemas.openxmlformats.org/officeDocument/2006/relationships/notesMaster" Target="/ppt/notesMasters/notesMaster1.xml" Id="Rd27e007f081e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0c68b3fda41d3" /><Relationship Type="http://schemas.openxmlformats.org/officeDocument/2006/relationships/notesMaster" Target="/ppt/notesMasters/notesMaster1.xml" Id="Ra59db9b770e84b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c19e0fec849d4" /><Relationship Type="http://schemas.openxmlformats.org/officeDocument/2006/relationships/notesMaster" Target="/ppt/notesMasters/notesMaster1.xml" Id="R4da9cf4124034c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8d882365694604" /><Relationship Type="http://schemas.openxmlformats.org/officeDocument/2006/relationships/notesMaster" Target="/ppt/notesMasters/notesMaster1.xml" Id="Rf92101ce2a41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41aabf5e7a4080" /><Relationship Type="http://schemas.openxmlformats.org/officeDocument/2006/relationships/notesMaster" Target="/ppt/notesMasters/notesMaster1.xml" Id="R5f46f329d1cf4c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dbf315ce304772" /><Relationship Type="http://schemas.openxmlformats.org/officeDocument/2006/relationships/notesMaster" Target="/ppt/notesMasters/notesMaster1.xml" Id="Rfc470c6470c94b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914dbe6d846d5" /><Relationship Type="http://schemas.openxmlformats.org/officeDocument/2006/relationships/notesMaster" Target="/ppt/notesMasters/notesMaster1.xml" Id="R046d6bca03754f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a2fe42d14c4644" /><Relationship Type="http://schemas.openxmlformats.org/officeDocument/2006/relationships/notesMaster" Target="/ppt/notesMasters/notesMaster1.xml" Id="R0d0bd8abbe2d4b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91e0f8b70041d8" /><Relationship Type="http://schemas.openxmlformats.org/officeDocument/2006/relationships/notesMaster" Target="/ppt/notesMasters/notesMaster1.xml" Id="R85f65e2dae3c43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4e8b218b7c4ebd" /><Relationship Type="http://schemas.openxmlformats.org/officeDocument/2006/relationships/notesMaster" Target="/ppt/notesMasters/notesMaster1.xml" Id="Rcdfa7a5eda3c4b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760be90b3b42e8" /><Relationship Type="http://schemas.openxmlformats.org/officeDocument/2006/relationships/notesMaster" Target="/ppt/notesMasters/notesMaster1.xml" Id="Rc60a98d783aa4d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88153587454fd4" /><Relationship Type="http://schemas.openxmlformats.org/officeDocument/2006/relationships/notesMaster" Target="/ppt/notesMasters/notesMaster1.xml" Id="Rd3e8b0a011b84d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f30d02fc5f4637" /><Relationship Type="http://schemas.openxmlformats.org/officeDocument/2006/relationships/notesMaster" Target="/ppt/notesMasters/notesMaster1.xml" Id="R2c590fc8b49b4b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0032abadc84cef" /><Relationship Type="http://schemas.openxmlformats.org/officeDocument/2006/relationships/notesMaster" Target="/ppt/notesMasters/notesMaster1.xml" Id="R805b29dc1aa641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4d02b6ab534879" /><Relationship Type="http://schemas.openxmlformats.org/officeDocument/2006/relationships/notesMaster" Target="/ppt/notesMasters/notesMaster1.xml" Id="Rbb0ab32314a540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2717ad79444971" /><Relationship Type="http://schemas.openxmlformats.org/officeDocument/2006/relationships/notesMaster" Target="/ppt/notesMasters/notesMaster1.xml" Id="Re666467b2250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85b6d7600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c528aedf840e1" /><Relationship Type="http://schemas.openxmlformats.org/officeDocument/2006/relationships/slideLayout" Target="/ppt/slideLayouts/slideLayout1.xml" Id="R16c76c2717ac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c76c2717ac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a1759b41e4ab8" /><Relationship Type="http://schemas.openxmlformats.org/officeDocument/2006/relationships/image" Target="/ppt/media/image.png" Id="R90bf957170a54c93" /><Relationship Type="http://schemas.openxmlformats.org/officeDocument/2006/relationships/notesSlide" Target="/ppt/notesSlides/notesSlide1.xml" Id="R2746fd16a795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54cd9fe424424" /><Relationship Type="http://schemas.openxmlformats.org/officeDocument/2006/relationships/image" Target="/ppt/media/image2.png" Id="Rc355e8641d994045" /><Relationship Type="http://schemas.openxmlformats.org/officeDocument/2006/relationships/notesSlide" Target="/ppt/notesSlides/notesSlide2.xml" Id="R09f15e581b4347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dbebbba9c4325" /><Relationship Type="http://schemas.openxmlformats.org/officeDocument/2006/relationships/image" Target="/ppt/media/image3.png" Id="R007efc1e6f0540b8" /><Relationship Type="http://schemas.openxmlformats.org/officeDocument/2006/relationships/notesSlide" Target="/ppt/notesSlides/notesSlide3.xml" Id="Rc34f9323bc4b4d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0382cb4964d62" /><Relationship Type="http://schemas.openxmlformats.org/officeDocument/2006/relationships/image" Target="/ppt/media/image4.png" Id="R572ef18904074d1e" /><Relationship Type="http://schemas.openxmlformats.org/officeDocument/2006/relationships/notesSlide" Target="/ppt/notesSlides/notesSlide4.xml" Id="R5e02c62bd85444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ebd7bbee0465e" /><Relationship Type="http://schemas.openxmlformats.org/officeDocument/2006/relationships/image" Target="/ppt/media/image5.png" Id="Rcb5e07ed747846d9" /><Relationship Type="http://schemas.openxmlformats.org/officeDocument/2006/relationships/notesSlide" Target="/ppt/notesSlides/notesSlide5.xml" Id="Rae63fd23e5c640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4c615ad14ad9" /><Relationship Type="http://schemas.openxmlformats.org/officeDocument/2006/relationships/image" Target="/ppt/media/image6.png" Id="Rc1d9ab7a84ce4a94" /><Relationship Type="http://schemas.openxmlformats.org/officeDocument/2006/relationships/notesSlide" Target="/ppt/notesSlides/notesSlide6.xml" Id="Ra7437e174e4740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de636995645ef" /><Relationship Type="http://schemas.openxmlformats.org/officeDocument/2006/relationships/image" Target="/ppt/media/image7.png" Id="R9df0b0800bf54039" /><Relationship Type="http://schemas.openxmlformats.org/officeDocument/2006/relationships/notesSlide" Target="/ppt/notesSlides/notesSlide7.xml" Id="R81ac0e24ee2645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75d4160f04149" /><Relationship Type="http://schemas.openxmlformats.org/officeDocument/2006/relationships/image" Target="/ppt/media/image8.png" Id="R9c6438f4c23c487f" /><Relationship Type="http://schemas.openxmlformats.org/officeDocument/2006/relationships/notesSlide" Target="/ppt/notesSlides/notesSlide8.xml" Id="Rec464b5ebf394a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2c3de7ecc427e" /><Relationship Type="http://schemas.openxmlformats.org/officeDocument/2006/relationships/image" Target="/ppt/media/image9.png" Id="R7c4c63a1076c4f00" /><Relationship Type="http://schemas.openxmlformats.org/officeDocument/2006/relationships/notesSlide" Target="/ppt/notesSlides/notesSlide9.xml" Id="R9ea89aafb0134a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35b40169840b2" /><Relationship Type="http://schemas.openxmlformats.org/officeDocument/2006/relationships/image" Target="/ppt/media/image10.png" Id="R24b1253972114ea3" /><Relationship Type="http://schemas.openxmlformats.org/officeDocument/2006/relationships/notesSlide" Target="/ppt/notesSlides/notesSlide10.xml" Id="Rf5e8aa59a3fe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7b5c64a24527" /><Relationship Type="http://schemas.openxmlformats.org/officeDocument/2006/relationships/image" Target="/ppt/media/image11.png" Id="R05723a32bb744c83" /><Relationship Type="http://schemas.openxmlformats.org/officeDocument/2006/relationships/notesSlide" Target="/ppt/notesSlides/notesSlide11.xml" Id="Rf481d5645a4f4d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9b3973c2f45c2" /><Relationship Type="http://schemas.openxmlformats.org/officeDocument/2006/relationships/image" Target="/ppt/media/image12.png" Id="Rc41a508e2a73468d" /><Relationship Type="http://schemas.openxmlformats.org/officeDocument/2006/relationships/notesSlide" Target="/ppt/notesSlides/notesSlide12.xml" Id="Rc8287111bfce49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89d3d53dc4e67" /><Relationship Type="http://schemas.openxmlformats.org/officeDocument/2006/relationships/image" Target="/ppt/media/image13.png" Id="Rb3246f150db642b1" /><Relationship Type="http://schemas.openxmlformats.org/officeDocument/2006/relationships/notesSlide" Target="/ppt/notesSlides/notesSlide13.xml" Id="R18275354173c42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354c71ac4e1d" /><Relationship Type="http://schemas.openxmlformats.org/officeDocument/2006/relationships/image" Target="/ppt/media/image14.png" Id="R734645346a584b00" /><Relationship Type="http://schemas.openxmlformats.org/officeDocument/2006/relationships/notesSlide" Target="/ppt/notesSlides/notesSlide14.xml" Id="R7872d8e7792d4c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fc0bc3b364292" /><Relationship Type="http://schemas.openxmlformats.org/officeDocument/2006/relationships/image" Target="/ppt/media/image15.png" Id="R357de700b31441c1" /><Relationship Type="http://schemas.openxmlformats.org/officeDocument/2006/relationships/notesSlide" Target="/ppt/notesSlides/notesSlide15.xml" Id="R8df97458e5db46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d6e855ce74a22" /><Relationship Type="http://schemas.openxmlformats.org/officeDocument/2006/relationships/image" Target="/ppt/media/image16.png" Id="R620c30e995e44ec5" /><Relationship Type="http://schemas.openxmlformats.org/officeDocument/2006/relationships/notesSlide" Target="/ppt/notesSlides/notesSlide16.xml" Id="R47260212534a4f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3d527a6ca4b2f" /><Relationship Type="http://schemas.openxmlformats.org/officeDocument/2006/relationships/image" Target="/ppt/media/image17.png" Id="R90a0e4c896ab43c4" /><Relationship Type="http://schemas.openxmlformats.org/officeDocument/2006/relationships/notesSlide" Target="/ppt/notesSlides/notesSlide17.xml" Id="R56999e8f76144c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B40AF13F-AD26-42D0-887B-87488AB7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837F40D3-DBCA-4CA7-8319-C8CD191F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C5C1F27-6D3C-4692-885E-4CB0123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B675F080-1648-4E5D-9585-23BC31A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C27CED9F-BF75-4B11-8803-2F833B1F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F11006F-53C1-46D9-AEC1-2B8F8F1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C382095-D771-4B1C-9B5E-C9267C2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386FC91-23E0-4B01-8F7D-6E83C9D9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9E67CD35-DF75-46CD-ADA6-FAC083DD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3790019-3BC1-4581-9550-D49CD6F6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1D322753-A04A-4053-BBB9-50BC1BD1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080FD24-1203-4C0A-99BF-C54FE099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899A2CA-8FDA-4421-AC53-6810FE69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B96709C-6442-43F5-9CB5-11B6AB1A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3D4EE39E-58A5-43B2-B49F-5BCF3EC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1BFFD40-F0E2-4BA6-BCCE-CBE66878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92CF9A3-5E64-4180-B72D-9EDD98E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F5D1CD1-6069-4F2D-9720-D7B600C3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BAFADEF-FC87-4770-9C85-20B7343F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DDAFB5D5-5274-41F6-ACD8-C7D50BE2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53E2C3B-62E9-4028-894E-92954D53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8C731D8-4B4E-4565-98BC-C8752A6D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5B1E1E61-F6ED-4CFA-A126-05E5EE3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EC6063C-2DD5-4FF0-B595-D6B31863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53222E1A-C543-42DB-98DB-B0A1541E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BC806B4-81EF-4164-80FE-017E923B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D9A356B-3A23-4B0F-9FFA-C0880F25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EAFCA23-991B-4A18-A03E-8A0261C1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4210747-3DF4-4805-A441-1E1ECD18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9325654C-9F46-4C7D-9D94-63B87E0D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1B520F9-28DB-4907-8613-D4AD340C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08FB4E77-DF2E-4A4C-9B30-04B22E5B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67495D22-5BA2-4626-B2E1-DF2036C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BABB88EB-11E3-4D60-A6E8-21DE029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4D033FD-A761-4460-A968-8365633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F6DE9635-40B5-4059-89F4-CD1EA5A4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E77AE4BE-AB1B-4C27-8303-D71BC73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85A16636-DE38-4271-9971-829E35EA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GENERACIÓN SELFIE</a:t>
            </a:r>
          </a:p>
        </p:txBody>
      </p:sp>
      <p:sp>
        <p:nvSpPr>
          <p:cNvPr id="39" name="script">
            <a:extLst xmlns:a="http://schemas.openxmlformats.org/drawingml/2006/main">
              <a:ext uri="{FF2B5EF4-FFF2-40B4-BE49-F238E27FC236}">
                <a16:creationId xmlns:a16="http://schemas.microsoft.com/office/drawing/2014/main" id="{D708CA35-88D8-4CF4-BDA1-96E14708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Espíritu,</a:t>
            </a:r>
          </a:p>
        </p:txBody>
      </p:sp>
      <p:sp>
        <p:nvSpPr>
          <p:cNvPr id="40" name="title">
            <a:extLst xmlns:a="http://schemas.openxmlformats.org/drawingml/2006/main">
              <a:ext uri="{FF2B5EF4-FFF2-40B4-BE49-F238E27FC236}">
                <a16:creationId xmlns:a16="http://schemas.microsoft.com/office/drawing/2014/main" id="{E599244C-2201-4E16-BB99-BEBA2CEB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alma y cuerpo</a:t>
            </a:r>
          </a:p>
        </p:txBody>
      </p:sp>
      <p:sp>
        <p:nvSpPr>
          <p:cNvPr id="41" name="subtitle">
            <a:extLst xmlns:a="http://schemas.openxmlformats.org/drawingml/2006/main">
              <a:ext uri="{FF2B5EF4-FFF2-40B4-BE49-F238E27FC236}">
                <a16:creationId xmlns:a16="http://schemas.microsoft.com/office/drawing/2014/main" id="{1CD254A8-A52D-47FD-BC01-74B0E9B0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666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925">
                <a:solidFill>
                  <a:srgbClr val="D9D9D9"/>
                </a:solidFill>
                <a:latin typeface="Arial"/>
                <a:ea typeface="Arial"/>
                <a:cs typeface="Arial"/>
              </a:rPr>
              <a:t>¿Qué parte de nosotros está tomando el control?</a:t>
            </a:r>
          </a:p>
        </p:txBody>
      </p:sp>
      <p:sp>
        <p:nvSpPr>
          <p:cNvPr id="42" name="red-impact-bar">
            <a:extLst xmlns:a="http://schemas.openxmlformats.org/drawingml/2006/main">
              <a:ext uri="{FF2B5EF4-FFF2-40B4-BE49-F238E27FC236}">
                <a16:creationId xmlns:a16="http://schemas.microsoft.com/office/drawing/2014/main" id="{B3613635-DCE2-46DF-A63F-DD833329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orange-impact-bar">
            <a:extLst xmlns:a="http://schemas.openxmlformats.org/drawingml/2006/main">
              <a:ext uri="{FF2B5EF4-FFF2-40B4-BE49-F238E27FC236}">
                <a16:creationId xmlns:a16="http://schemas.microsoft.com/office/drawing/2014/main" id="{7A7BE041-7576-41FD-91F8-6E324601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ver-phone-outer">
            <a:extLst xmlns:a="http://schemas.openxmlformats.org/drawingml/2006/main">
              <a:ext uri="{FF2B5EF4-FFF2-40B4-BE49-F238E27FC236}">
                <a16:creationId xmlns:a16="http://schemas.microsoft.com/office/drawing/2014/main" id="{2D717252-4277-4E3C-8DD5-51A14759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76300"/>
            <a:ext cx="2647950" cy="490537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45" name="cover-phone-screen">
            <a:extLst xmlns:a="http://schemas.openxmlformats.org/drawingml/2006/main">
              <a:ext uri="{FF2B5EF4-FFF2-40B4-BE49-F238E27FC236}">
                <a16:creationId xmlns:a16="http://schemas.microsoft.com/office/drawing/2014/main" id="{368A1CF6-47C5-4F5C-87EF-08DB97C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90650"/>
            <a:ext cx="222885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46" name="cover-phone-speaker">
            <a:extLst xmlns:a="http://schemas.openxmlformats.org/drawingml/2006/main">
              <a:ext uri="{FF2B5EF4-FFF2-40B4-BE49-F238E27FC236}">
                <a16:creationId xmlns:a16="http://schemas.microsoft.com/office/drawing/2014/main" id="{B30CBBF7-0A14-4BBF-BE65-11D22D7F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08585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ver-phone-button">
            <a:extLst xmlns:a="http://schemas.openxmlformats.org/drawingml/2006/main">
              <a:ext uri="{FF2B5EF4-FFF2-40B4-BE49-F238E27FC236}">
                <a16:creationId xmlns:a16="http://schemas.microsoft.com/office/drawing/2014/main" id="{25D3D6B6-9957-4530-9F45-FE6459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863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48" name="cover-phone-corner-tl-h">
            <a:extLst xmlns:a="http://schemas.openxmlformats.org/drawingml/2006/main">
              <a:ext uri="{FF2B5EF4-FFF2-40B4-BE49-F238E27FC236}">
                <a16:creationId xmlns:a16="http://schemas.microsoft.com/office/drawing/2014/main" id="{176A563E-053C-47DC-89F6-F14BE812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764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ver-phone-corner-tl-v">
            <a:extLst xmlns:a="http://schemas.openxmlformats.org/drawingml/2006/main">
              <a:ext uri="{FF2B5EF4-FFF2-40B4-BE49-F238E27FC236}">
                <a16:creationId xmlns:a16="http://schemas.microsoft.com/office/drawing/2014/main" id="{6B343658-D611-4735-BCC2-DF90C337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764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ver-phone-corner-br-h">
            <a:extLst xmlns:a="http://schemas.openxmlformats.org/drawingml/2006/main">
              <a:ext uri="{FF2B5EF4-FFF2-40B4-BE49-F238E27FC236}">
                <a16:creationId xmlns:a16="http://schemas.microsoft.com/office/drawing/2014/main" id="{1CB260B2-1E5C-42CE-97E9-46A2B8E2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52925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ver-phone-corner-br-v">
            <a:extLst xmlns:a="http://schemas.openxmlformats.org/drawingml/2006/main">
              <a:ext uri="{FF2B5EF4-FFF2-40B4-BE49-F238E27FC236}">
                <a16:creationId xmlns:a16="http://schemas.microsoft.com/office/drawing/2014/main" id="{B7A2E209-2DA5-4BE3-911F-4BD760DC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766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ver-phone-ui-left">
            <a:extLst xmlns:a="http://schemas.openxmlformats.org/drawingml/2006/main">
              <a:ext uri="{FF2B5EF4-FFF2-40B4-BE49-F238E27FC236}">
                <a16:creationId xmlns:a16="http://schemas.microsoft.com/office/drawing/2014/main" id="{BFF4AD46-871C-4851-B994-435965E9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67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3" name="cover-phone-ui-right">
            <a:extLst xmlns:a="http://schemas.openxmlformats.org/drawingml/2006/main">
              <a:ext uri="{FF2B5EF4-FFF2-40B4-BE49-F238E27FC236}">
                <a16:creationId xmlns:a16="http://schemas.microsoft.com/office/drawing/2014/main" id="{BD54B0B0-7120-422E-87DA-272BA6B4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67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f957170a54c93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5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84D4127-BE3E-465E-A5A7-81073E1A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32259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6095E5D4-B6E1-40AE-B133-3E7A3980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717B840E-D4C8-4085-909C-103F5FA9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206A5E8-527E-40AD-A1A2-FD3AF4B1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0039059A-0366-4376-B83B-1A9C9624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32F8CE4B-66CC-45C3-9CCD-9A92AA3C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AB07B577-070B-49A6-840C-0BDB8E6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PREGUNTA DISPARADORA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F44487F0-260A-4CC6-ACB0-869E563D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¿Quién está</a:t>
            </a:r>
          </a:p>
          <a:p xmlns:a="http://schemas.openxmlformats.org/drawingml/2006/main">
            <a:pPr algn="ctr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guiando mi vida?</a:t>
            </a:r>
          </a:p>
        </p:txBody>
      </p:sp>
      <p:sp>
        <p:nvSpPr>
          <p:cNvPr id="8" name="lens">
            <a:extLst xmlns:a="http://schemas.openxmlformats.org/drawingml/2006/main">
              <a:ext uri="{FF2B5EF4-FFF2-40B4-BE49-F238E27FC236}">
                <a16:creationId xmlns:a16="http://schemas.microsoft.com/office/drawing/2014/main" id="{F32ED5AE-75B5-42A1-B231-1D4D6FC5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76750"/>
            <a:ext cx="1333500" cy="1333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84A2A"/>
            </a:solidFill>
            <a:prstDash val="solid"/>
          </a:ln>
        </p:spPr>
      </p:sp>
      <p:sp>
        <p:nvSpPr>
          <p:cNvPr id="9" name="lens-dot">
            <a:extLst xmlns:a="http://schemas.openxmlformats.org/drawingml/2006/main">
              <a:ext uri="{FF2B5EF4-FFF2-40B4-BE49-F238E27FC236}">
                <a16:creationId xmlns:a16="http://schemas.microsoft.com/office/drawing/2014/main" id="{B06750D0-8F90-46D9-9011-19E8000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7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5e8641d994045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D9C13C90-E0F2-4A9B-AB60-21DBF1D8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478774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033F87A0-87DC-48CC-928B-E7250A3B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65212FE2-64BF-45E4-8503-D5B59FEA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625BC0F8-26D1-4674-BEA9-3C867FB9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6FB73B69-4519-4824-AB34-669EA022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02D4600-D423-48CF-8CDF-A949F99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012E42F-30FC-4CD5-A8EA-E094B81E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7560D4F-3FDD-40EE-9DA7-A5F02073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E8D9ADA9-94A4-40E5-B0F0-D18930D5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CEEF5AF-A2F3-4C41-8A4C-FE3D014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3E7ACEA-9665-47E8-8C25-3F92C34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5A251CA-429C-4F19-9A92-248F710B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8699717-2925-4FBF-9705-B77832E0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A50BFDE-C5D5-49C8-9009-7F2D4630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34ACC25-91A9-4FE3-8F40-74372AAE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46D9EC5-085D-4019-9725-ED5CE1B8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2AA262C5-0890-4315-B617-8554A534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5079F07-B1CA-4286-8BE0-5AD13DD9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DF1C85A-3287-44F7-A98A-2747092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2A9816C1-1DCE-492A-9956-CAA38B04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1F12DE3A-0925-40E9-8B64-4AB8A0F4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3367BF98-231C-4A74-B80E-6F44DBB8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B89A85FB-AA34-4CC4-B052-D196B02E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83251C35-FA31-4A0D-8AAF-97409804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B07E7B8D-8487-4AB7-8959-160D089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A98A222-1DA6-4147-9FF5-53152CC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C458D22B-3322-41A0-BC88-D73BE292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E4749A0C-323C-43B0-9DD3-1016C73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BEC3D60-B6D2-4542-ABD5-691195D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1A0498F-6616-4A92-9C8D-885A8202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18F4359C-3517-4588-95BE-100CD6A2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AB43167F-0D7B-429B-925A-3885258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253C8A1B-5CC8-4C22-B814-1F3A013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931346F3-4773-4D5D-B99E-D76497CE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DB2BD777-68FF-4FD6-AB57-3A5C7F8A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45BD55E2-2BF6-4445-8CA2-796BCF28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ACC2944C-FB29-4B04-B23B-3453D08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0B3801F2-87FC-4640-95D5-6ACB66E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2BD0EE6B-B458-4AD1-B015-DF25FE21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IDEA CENTRAL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E9374B6D-B448-456F-90A8-354401D1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Todo nuestro ser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rendido a Cristo</a:t>
            </a:r>
          </a:p>
        </p:txBody>
      </p:sp>
      <p:sp>
        <p:nvSpPr>
          <p:cNvPr id="40" name="thesis-parts">
            <a:extLst xmlns:a="http://schemas.openxmlformats.org/drawingml/2006/main">
              <a:ext uri="{FF2B5EF4-FFF2-40B4-BE49-F238E27FC236}">
                <a16:creationId xmlns:a16="http://schemas.microsoft.com/office/drawing/2014/main" id="{A3376ADD-0265-49CC-A988-CCFEA0E4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espíritu  ·  alma  ·  cuerpo</a:t>
            </a:r>
          </a:p>
        </p:txBody>
      </p:sp>
      <p:sp>
        <p:nvSpPr>
          <p:cNvPr id="41" name="verse-ref">
            <a:extLst xmlns:a="http://schemas.openxmlformats.org/drawingml/2006/main">
              <a:ext uri="{FF2B5EF4-FFF2-40B4-BE49-F238E27FC236}">
                <a16:creationId xmlns:a16="http://schemas.microsoft.com/office/drawing/2014/main" id="{5303868D-B701-4AD5-94FD-029457D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D9D9D9"/>
                </a:solidFill>
                <a:latin typeface="Arial"/>
                <a:ea typeface="Arial"/>
                <a:cs typeface="Arial"/>
              </a:rPr>
              <a:t>1 Tesalonicenses 5:23</a:t>
            </a:r>
          </a:p>
        </p:txBody>
      </p:sp>
      <p:sp>
        <p:nvSpPr>
          <p:cNvPr id="42" name="whole-circle">
            <a:extLst xmlns:a="http://schemas.openxmlformats.org/drawingml/2006/main">
              <a:ext uri="{FF2B5EF4-FFF2-40B4-BE49-F238E27FC236}">
                <a16:creationId xmlns:a16="http://schemas.microsoft.com/office/drawing/2014/main" id="{D7D776F4-BF84-4766-9DD1-48C1E9A5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4A2A"/>
            </a:solidFill>
            <a:prstDash val="solid"/>
          </a:ln>
        </p:spPr>
      </p:sp>
      <p:sp>
        <p:nvSpPr>
          <p:cNvPr id="43" name="whole-text">
            <a:extLst xmlns:a="http://schemas.openxmlformats.org/drawingml/2006/main">
              <a:ext uri="{FF2B5EF4-FFF2-40B4-BE49-F238E27FC236}">
                <a16:creationId xmlns:a16="http://schemas.microsoft.com/office/drawing/2014/main" id="{B55B49D2-AA9E-4386-87E5-4AB58D32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038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</a:t>
            </a:r>
          </a:p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INTEGRAL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efc1e6f0540b8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257A78F-3729-46AA-87FE-F19233C7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329532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87E3EEB6-3725-42EC-9A2D-D8DF3267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167D39C5-9978-41D0-8C5C-12F80A9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8777D61B-1C46-4E3D-B248-7BC72B04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E033244B-D0F1-4AEC-A8B2-809D3E50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E75E3F7E-9E65-46C6-BD08-76E5E681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12370DD4-28F0-4609-8C57-8A26ED0B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C3AC6954-69D9-4A52-B512-EDFE93D5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013C36A1-3B52-4F31-BB1F-30DDBEFE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8C29BDC-9F18-435A-9361-C6C0D179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30C5FBB-9568-4C54-8F10-3A99359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F98D579-AF95-4E4E-B599-A21240C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871C46C-C92D-4486-9DE0-32B0ED51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DDA8F05E-22BC-4322-AFBC-79C70D82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E52CA834-FE77-4AE3-A4F9-9A7610A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CB6A388-0A47-43EB-8D22-419287E3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DE21571-1B71-445A-9798-AF041D29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5F552DB-94C2-4381-AD53-FD15F89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BA132C00-6258-4834-8453-BF9841D9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D4E1DDC-9EB8-47A2-B715-325EC105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03061BF-87C0-469C-9CEE-FF8F237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5ED671A1-FD1E-44AB-AB5C-EC34CE07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4298F86A-FC29-4C9A-9882-9D3F425F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AD78C3A5-944F-4843-AD3A-3805737E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C4164FB-87D2-431F-BC19-2CE82B2D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8E0B6A6-F5F7-4E52-9D6F-2FAB093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A3798D63-646A-4760-A78A-EC5A2D6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550308D6-71E6-4B45-BB65-E632521A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96340C5-2FF4-405E-A107-0BCFAEA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AE7403E7-153D-4373-BCFA-8A4685BD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BEA9EFB-E831-494B-BD90-51F9AFF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26679336-8264-4491-92C3-F5955527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35D94ED2-266E-4C80-A6A8-598FC9ED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F038CCA4-9203-4827-AF17-F9504527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2092C27D-5C38-4F03-B41C-7CB88DD3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D0B4B8D7-6DA3-414F-8BF5-A48D9B5B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7A74260E-7ACB-426D-9B2B-26E8C916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C7BF0C0E-00BE-47FB-8C10-F652BF96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6C620D10-C5F9-4E37-919C-CA8BB4BC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MAPA VISUAL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C106732C-50E8-48C3-958E-C82A7889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Somos un ser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integral</a:t>
            </a:r>
          </a:p>
        </p:txBody>
      </p:sp>
      <p:sp>
        <p:nvSpPr>
          <p:cNvPr id="40" name="body-circle">
            <a:extLst xmlns:a="http://schemas.openxmlformats.org/drawingml/2006/main">
              <a:ext uri="{FF2B5EF4-FFF2-40B4-BE49-F238E27FC236}">
                <a16:creationId xmlns:a16="http://schemas.microsoft.com/office/drawing/2014/main" id="{5B60D65C-9DED-41FC-80E5-7F428DAA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95375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38100">
            <a:solidFill>
              <a:srgbClr val="575757"/>
            </a:solidFill>
            <a:prstDash val="solid"/>
          </a:ln>
        </p:spPr>
      </p:sp>
      <p:sp>
        <p:nvSpPr>
          <p:cNvPr id="41" name="soul-circle">
            <a:extLst xmlns:a="http://schemas.openxmlformats.org/drawingml/2006/main">
              <a:ext uri="{FF2B5EF4-FFF2-40B4-BE49-F238E27FC236}">
                <a16:creationId xmlns:a16="http://schemas.microsoft.com/office/drawing/2014/main" id="{7A4AD988-43FE-469F-B980-DA26B96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38100">
            <a:solidFill>
              <a:srgbClr val="E84A2A"/>
            </a:solidFill>
            <a:prstDash val="solid"/>
          </a:ln>
        </p:spPr>
      </p:sp>
      <p:sp>
        <p:nvSpPr>
          <p:cNvPr id="42" name="spirit-circle">
            <a:extLst xmlns:a="http://schemas.openxmlformats.org/drawingml/2006/main">
              <a:ext uri="{FF2B5EF4-FFF2-40B4-BE49-F238E27FC236}">
                <a16:creationId xmlns:a16="http://schemas.microsoft.com/office/drawing/2014/main" id="{722A74C7-7745-4BA3-AEFA-6418454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43" name="body-label">
            <a:extLst xmlns:a="http://schemas.openxmlformats.org/drawingml/2006/main">
              <a:ext uri="{FF2B5EF4-FFF2-40B4-BE49-F238E27FC236}">
                <a16:creationId xmlns:a16="http://schemas.microsoft.com/office/drawing/2014/main" id="{7C09F950-C48F-4A0C-A230-C11403A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CUERPO</a:t>
            </a:r>
          </a:p>
        </p:txBody>
      </p:sp>
      <p:sp>
        <p:nvSpPr>
          <p:cNvPr id="44" name="soul-label">
            <a:extLst xmlns:a="http://schemas.openxmlformats.org/drawingml/2006/main">
              <a:ext uri="{FF2B5EF4-FFF2-40B4-BE49-F238E27FC236}">
                <a16:creationId xmlns:a16="http://schemas.microsoft.com/office/drawing/2014/main" id="{7A0DE29F-D50E-49D2-98A2-8047CD6D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ALMA</a:t>
            </a:r>
          </a:p>
        </p:txBody>
      </p:sp>
      <p:sp>
        <p:nvSpPr>
          <p:cNvPr id="45" name="spirit-label">
            <a:extLst xmlns:a="http://schemas.openxmlformats.org/drawingml/2006/main">
              <a:ext uri="{FF2B5EF4-FFF2-40B4-BE49-F238E27FC236}">
                <a16:creationId xmlns:a16="http://schemas.microsoft.com/office/drawing/2014/main" id="{F051730C-75FC-46F6-AC65-886ECF4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67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46" name="diagram-note">
            <a:extLst xmlns:a="http://schemas.openxmlformats.org/drawingml/2006/main">
              <a:ext uri="{FF2B5EF4-FFF2-40B4-BE49-F238E27FC236}">
                <a16:creationId xmlns:a16="http://schemas.microsoft.com/office/drawing/2014/main" id="{BE0F8B53-13E4-42AA-85DF-AB100E50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Dios obra</a:t>
            </a:r>
          </a:p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desde adentro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ef18904074d1e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07EA658-D2D1-4ADC-8E7B-FE736FEF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06659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D82B1EF3-B619-49DF-9BE1-1CE5B2A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61E3770C-BD11-430C-9234-23FE730F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D892F4F-47D5-4940-AB76-E110C21F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313509B5-77E9-44A9-A1E4-D151E022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AC8037D2-D5A3-4116-A0DE-0E8BC422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3DDD02C5-8EF5-4194-B166-BE6048BB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HOMBRE INTERIOR</a:t>
            </a:r>
          </a:p>
        </p:txBody>
      </p:sp>
      <p:sp>
        <p:nvSpPr>
          <p:cNvPr id="7" name="main-title">
            <a:extLst xmlns:a="http://schemas.openxmlformats.org/drawingml/2006/main">
              <a:ext uri="{FF2B5EF4-FFF2-40B4-BE49-F238E27FC236}">
                <a16:creationId xmlns:a16="http://schemas.microsoft.com/office/drawing/2014/main" id="{F5D404FA-BE92-4CDB-A65F-AD4B7672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Dios empieza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desde adentro</a:t>
            </a:r>
          </a:p>
        </p:txBody>
      </p:sp>
      <p:sp>
        <p:nvSpPr>
          <p:cNvPr id="8" name="inner-circle">
            <a:extLst xmlns:a="http://schemas.openxmlformats.org/drawingml/2006/main">
              <a:ext uri="{FF2B5EF4-FFF2-40B4-BE49-F238E27FC236}">
                <a16:creationId xmlns:a16="http://schemas.microsoft.com/office/drawing/2014/main" id="{0FA121AD-CB33-4609-85A0-F17B269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8575">
            <a:solidFill>
              <a:srgbClr val="E84A2A"/>
            </a:solidFill>
            <a:prstDash val="solid"/>
          </a:ln>
        </p:spPr>
      </p:sp>
      <p:sp>
        <p:nvSpPr>
          <p:cNvPr id="9" name="inner-text">
            <a:extLst xmlns:a="http://schemas.openxmlformats.org/drawingml/2006/main">
              <a:ext uri="{FF2B5EF4-FFF2-40B4-BE49-F238E27FC236}">
                <a16:creationId xmlns:a16="http://schemas.microsoft.com/office/drawing/2014/main" id="{7F9D34E4-BAF3-47FC-BDFB-29AE586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INTERIOR</a:t>
            </a:r>
          </a:p>
        </p:txBody>
      </p:sp>
      <p:sp>
        <p:nvSpPr>
          <p:cNvPr id="10" name="pulse-1">
            <a:extLst xmlns:a="http://schemas.openxmlformats.org/drawingml/2006/main">
              <a:ext uri="{FF2B5EF4-FFF2-40B4-BE49-F238E27FC236}">
                <a16:creationId xmlns:a16="http://schemas.microsoft.com/office/drawing/2014/main" id="{4A3AD8F2-145F-4FED-8ACC-BE7D0218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76375"/>
            <a:ext cx="2952750" cy="2952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12315"/>
            </a:solidFill>
            <a:prstDash val="solid"/>
          </a:ln>
        </p:spPr>
      </p:sp>
      <p:sp>
        <p:nvSpPr>
          <p:cNvPr id="11" name="pulse-2">
            <a:extLst xmlns:a="http://schemas.openxmlformats.org/drawingml/2006/main">
              <a:ext uri="{FF2B5EF4-FFF2-40B4-BE49-F238E27FC236}">
                <a16:creationId xmlns:a16="http://schemas.microsoft.com/office/drawing/2014/main" id="{BEE7B292-C1CF-4146-8A76-7A2A35C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000125"/>
            <a:ext cx="3905250" cy="390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A1710"/>
            </a:solidFill>
            <a:prstDash val="solid"/>
          </a:ln>
        </p:spPr>
      </p:sp>
      <p:sp>
        <p:nvSpPr>
          <p:cNvPr id="12" name="refs">
            <a:extLst xmlns:a="http://schemas.openxmlformats.org/drawingml/2006/main">
              <a:ext uri="{FF2B5EF4-FFF2-40B4-BE49-F238E27FC236}">
                <a16:creationId xmlns:a16="http://schemas.microsoft.com/office/drawing/2014/main" id="{01FAFD6F-55C0-4160-B785-10EF1641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Romanos 7:22</a:t>
            </a:r>
          </a:p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Efesios 3:16</a:t>
            </a:r>
          </a:p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2 Corintios 4:16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e07ed747846d9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9AB455F7-85E1-48AC-AA38-46A483B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858190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5F2A1B40-D98B-4FFA-B733-389D8439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7BE78BA0-C5F5-47C6-B264-F08BA31E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382845B3-B7A1-4A57-9573-47C600D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1F3A7205-0B12-49BD-9154-27D38AB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646F7854-8D5C-49AD-B0F4-DC7AC02D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E275565-D69F-4D61-AE08-78A8674C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EAF13F6C-0798-465E-9776-05FE2AD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FABDC28-4821-4CB0-9EF9-2DE74754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26942DB-AB36-4D21-AEB2-4EEABA08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689B43B6-75CB-4E79-A35C-EB0E23A7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DEBF802-1A90-4D10-B628-4D8E3A89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97A0480-F0AF-4E27-8EFD-D1619E92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FF3C0E5-3EAA-4BB7-A3BB-4817389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424582A-067C-401E-9BFA-A8B873E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92EE86BF-0A89-46CA-AB0E-D8742A3A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670B025-A7C9-424E-AE5E-BE1B6334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BFF4207-F267-4FBD-B5EB-305E59B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F758CC95-5E64-4A9A-BCC0-8A4CADD8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D69EA69E-5DE2-4CE6-9B7D-0B9F16A4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225A45DD-4F2C-4371-AE6B-AF6976B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9F3AB022-CAD9-4B44-892A-3EA3ABBD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A2AA0602-2FB7-4E0F-B845-CA08EC91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5F165EE4-95A9-4946-B400-DA3D46E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783EBB53-6858-4FC3-A281-121EC04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9A4E74C8-5D4C-4C84-8D73-BD8CEC68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20562A9-2E08-4DA5-8D66-EA9F5A11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948CF955-8DB6-4945-9AD8-91B97BDD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87917CC1-CB03-4DBB-AC7C-94DB181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52E26DC0-BCD9-445A-A3EB-8CC0E88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070797D0-CB6D-4BA9-A97B-3383164D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FD7D63D1-0292-4C70-A9EB-EFC57C1A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4ECF315F-FD4D-4817-B5DF-7800B07D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D3A5C4FA-F2DB-42AB-B41D-30A6EA2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018898BE-29CB-4747-B1D3-8E778CC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4E9F99D5-9C5F-462D-8609-4C71DED3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9CF52D36-8FFC-4756-9254-02C25D6D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B9340382-2A72-4F95-AE67-3D80817C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721B9620-7990-4DCF-80E6-25DE384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INTIMIDAD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D4BD3AA2-B197-4A1E-9C15-518834B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espíritu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encuentra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 Dios</a:t>
            </a:r>
          </a:p>
        </p:txBody>
      </p:sp>
      <p:sp>
        <p:nvSpPr>
          <p:cNvPr id="40" name="god">
            <a:extLst xmlns:a="http://schemas.openxmlformats.org/drawingml/2006/main">
              <a:ext uri="{FF2B5EF4-FFF2-40B4-BE49-F238E27FC236}">
                <a16:creationId xmlns:a16="http://schemas.microsoft.com/office/drawing/2014/main" id="{635EF6E0-1137-41A9-9D58-8E475AB4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382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19050">
            <a:solidFill>
              <a:srgbClr val="E84A2A"/>
            </a:solidFill>
            <a:prstDash val="solid"/>
          </a:ln>
        </p:spPr>
      </p:sp>
      <p:sp>
        <p:nvSpPr>
          <p:cNvPr id="41" name="god-text">
            <a:extLst xmlns:a="http://schemas.openxmlformats.org/drawingml/2006/main">
              <a:ext uri="{FF2B5EF4-FFF2-40B4-BE49-F238E27FC236}">
                <a16:creationId xmlns:a16="http://schemas.microsoft.com/office/drawing/2014/main" id="{8E5093E1-9D79-44C3-9267-0F76D1A6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DIOS</a:t>
            </a:r>
          </a:p>
        </p:txBody>
      </p:sp>
      <p:sp>
        <p:nvSpPr>
          <p:cNvPr id="42" name="line-1">
            <a:extLst xmlns:a="http://schemas.openxmlformats.org/drawingml/2006/main">
              <a:ext uri="{FF2B5EF4-FFF2-40B4-BE49-F238E27FC236}">
                <a16:creationId xmlns:a16="http://schemas.microsoft.com/office/drawing/2014/main" id="{8F43D47B-2F18-4D14-9899-CBFFB51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95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pirit-box">
            <a:extLst xmlns:a="http://schemas.openxmlformats.org/drawingml/2006/main">
              <a:ext uri="{FF2B5EF4-FFF2-40B4-BE49-F238E27FC236}">
                <a16:creationId xmlns:a16="http://schemas.microsoft.com/office/drawing/2014/main" id="{7BFF1CF2-B4BF-482A-B95F-A98A4375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828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spirit-text">
            <a:extLst xmlns:a="http://schemas.openxmlformats.org/drawingml/2006/main">
              <a:ext uri="{FF2B5EF4-FFF2-40B4-BE49-F238E27FC236}">
                <a16:creationId xmlns:a16="http://schemas.microsoft.com/office/drawing/2014/main" id="{68F5E6CA-FB8C-408F-9574-BDD33C21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338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9ab7a84ce4a94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6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FD52CA7-7637-4782-B7B0-1ACA2E74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2070109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4303F2E6-1A87-4465-90BB-D2572554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C90B5232-5A7E-4A37-8FB7-5ACC4AE4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E84FF17A-BBF0-4435-BD96-70E6143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B9A932D-8304-4D95-A2DD-307F05AE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29BB5DAF-0046-4B86-90B9-73BC21E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115E302-A184-4FA0-B211-B419D02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66A28D58-358D-4D06-BD1E-1973CC21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E68EFEF0-2F8A-42D0-9780-FD56DEA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7B970081-DF5A-41BB-A0A0-3967A83D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DD350F8-8597-408A-8414-DFF1051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682DD6D8-5B07-4A19-BB79-D92C452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4E8AF42-5C9E-4A5F-911D-0D7CCEF3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5D24F79-4162-4480-A008-FE0871E0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CD0111C-D1CE-45ED-84B4-2C08FB37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2D8F880-6020-4920-9087-880FF8AC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90C53678-F20E-4E0A-BB9D-44122F3C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6CB741E-FD1E-4FC4-8374-FA787FFC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56DFEAED-B5A1-4DD1-A6CD-52329C83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C21E339-60F1-486F-A2F6-00AA9960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06305E44-39E2-4935-812F-26152B2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8504668-FE95-46EB-ABD1-C93607E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05593D73-482C-4BBE-AEC8-B60151E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4F4360DD-CBEB-4F51-9A22-506F752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6710B3AB-D2CD-453C-BB04-8BB61965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320B26C4-DA7F-467D-A4E0-F115E03B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1EB83853-8EB1-4675-93AC-0A978DD7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D00CC3A-4B60-4546-A858-FC194B7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3884AF2-BA9A-4D13-8C17-B59EC3E5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8FCB392-50C6-494B-8E68-EA058E2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E9264290-3AA8-4FDC-932B-55F879D5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4ACE061-EDA5-43E1-BF4B-03B6DF4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E409CC92-3246-4C48-8F17-D1A38B8A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40351B9-3EA3-41C9-B244-F633AEDD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E6DCCD74-5EA8-46BC-9241-6FDE1AD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F7E51A25-AAA1-412B-AC5F-3D6C95BE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29E62186-4DC8-48BA-8EB5-0FD5CDD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8E524958-D418-4175-A9B6-7EF42D6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1D1E99B0-1D6D-4720-94F6-33814CEC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SALMO 103</a:t>
            </a:r>
          </a:p>
        </p:txBody>
      </p:sp>
      <p:sp>
        <p:nvSpPr>
          <p:cNvPr id="39" name="quote">
            <a:extLst xmlns:a="http://schemas.openxmlformats.org/drawingml/2006/main">
              <a:ext uri="{FF2B5EF4-FFF2-40B4-BE49-F238E27FC236}">
                <a16:creationId xmlns:a16="http://schemas.microsoft.com/office/drawing/2014/main" id="{D224EB98-2BC0-489C-BAC6-BB42C3C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590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Bendice,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 mía,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Jehová</a:t>
            </a:r>
          </a:p>
        </p:txBody>
      </p:sp>
      <p:sp>
        <p:nvSpPr>
          <p:cNvPr id="40" name="key">
            <a:extLst xmlns:a="http://schemas.openxmlformats.org/drawingml/2006/main">
              <a:ext uri="{FF2B5EF4-FFF2-40B4-BE49-F238E27FC236}">
                <a16:creationId xmlns:a16="http://schemas.microsoft.com/office/drawing/2014/main" id="{6EFC7E52-FDA7-4E24-9ABC-B66ACD4E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El interior da la orden</a:t>
            </a:r>
          </a:p>
        </p:txBody>
      </p:sp>
      <p:sp>
        <p:nvSpPr>
          <p:cNvPr id="41" name="megaphone-body">
            <a:extLst xmlns:a="http://schemas.openxmlformats.org/drawingml/2006/main">
              <a:ext uri="{FF2B5EF4-FFF2-40B4-BE49-F238E27FC236}">
                <a16:creationId xmlns:a16="http://schemas.microsoft.com/office/drawing/2014/main" id="{9046BFBB-2C66-45F7-A2E8-446039E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288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egaphone-handle">
            <a:extLst xmlns:a="http://schemas.openxmlformats.org/drawingml/2006/main">
              <a:ext uri="{FF2B5EF4-FFF2-40B4-BE49-F238E27FC236}">
                <a16:creationId xmlns:a16="http://schemas.microsoft.com/office/drawing/2014/main" id="{5A048675-07E1-4F82-B8E1-25C9A8E7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457200" cy="12382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ound-1">
            <a:extLst xmlns:a="http://schemas.openxmlformats.org/drawingml/2006/main">
              <a:ext uri="{FF2B5EF4-FFF2-40B4-BE49-F238E27FC236}">
                <a16:creationId xmlns:a16="http://schemas.microsoft.com/office/drawing/2014/main" id="{A5ED985B-D284-4ADD-B293-CAAFFACC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047750" cy="180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4" name="sound-2">
            <a:extLst xmlns:a="http://schemas.openxmlformats.org/drawingml/2006/main">
              <a:ext uri="{FF2B5EF4-FFF2-40B4-BE49-F238E27FC236}">
                <a16:creationId xmlns:a16="http://schemas.microsoft.com/office/drawing/2014/main" id="{3C9D75FA-E87D-498B-A694-D92DBA1B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57375"/>
            <a:ext cx="1714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5757"/>
            </a:solidFill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0b0800bf54039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6" name="footer-text">
            <a:extLst xmlns:a="http://schemas.openxmlformats.org/drawingml/2006/main">
              <a:ext uri="{FF2B5EF4-FFF2-40B4-BE49-F238E27FC236}">
                <a16:creationId xmlns:a16="http://schemas.microsoft.com/office/drawing/2014/main" id="{3CF7EA8D-A305-495A-A120-6D4CA8C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7847254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CB9A7818-DAC0-49CB-9404-544A73C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78B29AB1-62D3-4BE6-817E-B3381BCD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08D092AE-BFB2-4C0B-B21E-8072CCB3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61DB17A3-F32A-4E86-95BD-D4A2E447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F6E5F46-C415-4925-BFDB-B48F9A0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435B9C96-C2EC-4B3A-86ED-580AC6F4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6D6382A5-28D6-4248-88B9-14107F48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D40151A-02B6-4053-8C1A-86DD45EF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F2F7AFE-EADA-4A82-A2D0-BB4A009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AF764F4-6980-4069-83FF-655C789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372351C0-0713-4D45-87A0-391F3F5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25D687D-058B-44A8-8FF5-5A4349D6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A4C9A6CB-0AD7-44A9-BDEA-E90A545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B9E7798-B322-41FB-983F-6003385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02F6BA6-E303-46DA-B856-A10C37EA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80A47C38-CD6B-4344-8B5D-4A8175B2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77957315-064F-4B33-9465-5DBCE6D2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038457A2-64CB-49C4-89B5-38BC4E6E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D1CDF1C3-2C1B-4254-A039-516B6AAD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6B5DEEE7-E9D4-441A-BC19-93639E8F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912CE783-3B74-4127-99F7-E14C5549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5B25529E-DE13-40DD-A9DA-17EC211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5CC91429-7237-4F8A-9D5D-696C7507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35F2687A-C000-4885-85DF-B9829511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5519838D-D161-44E3-8B46-B3B225C5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A618F95-EAB2-4F62-A8B0-F4774A2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7623F4B3-F11B-4719-ABC4-957B7884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6D58B99C-9DC6-4454-9099-B66DEC56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CB9533BE-1FA7-45E3-AF95-AA2BEAB2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BFF5BB63-FD8B-4D38-BCF7-65B38E5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3361F569-64F8-4342-9237-CB306BF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0F813956-5C40-456E-A28D-1B7DF533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135F85C-B3BA-4657-9613-86DF80E1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3F805FE8-BEBD-4EE8-864E-0DE3BF27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CC00A405-15E4-4600-A41A-E573BF2A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71543298-18B3-430A-9574-5C2311FE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7281090C-6366-4EFB-9916-70F7EFE3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E3B06546-AEC6-4D05-8BF9-FFC2E520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ORDEN CORRECTO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1AE7909D-9F82-4041-B055-74F20E31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espíritu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ordena</a:t>
            </a:r>
          </a:p>
        </p:txBody>
      </p:sp>
      <p:sp>
        <p:nvSpPr>
          <p:cNvPr id="40" name="order-1-box">
            <a:extLst xmlns:a="http://schemas.openxmlformats.org/drawingml/2006/main">
              <a:ext uri="{FF2B5EF4-FFF2-40B4-BE49-F238E27FC236}">
                <a16:creationId xmlns:a16="http://schemas.microsoft.com/office/drawing/2014/main" id="{CF435272-5F38-4123-B88D-F1D560EB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order-1-title">
            <a:extLst xmlns:a="http://schemas.openxmlformats.org/drawingml/2006/main">
              <a:ext uri="{FF2B5EF4-FFF2-40B4-BE49-F238E27FC236}">
                <a16:creationId xmlns:a16="http://schemas.microsoft.com/office/drawing/2014/main" id="{75F23369-5466-4DED-9E67-8B83115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2" name="order-1-body">
            <a:extLst xmlns:a="http://schemas.openxmlformats.org/drawingml/2006/main">
              <a:ext uri="{FF2B5EF4-FFF2-40B4-BE49-F238E27FC236}">
                <a16:creationId xmlns:a16="http://schemas.microsoft.com/office/drawing/2014/main" id="{BBCB4285-AAE8-4839-9B29-E40C6532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43" name="arrow">
            <a:extLst xmlns:a="http://schemas.openxmlformats.org/drawingml/2006/main">
              <a:ext uri="{FF2B5EF4-FFF2-40B4-BE49-F238E27FC236}">
                <a16:creationId xmlns:a16="http://schemas.microsoft.com/office/drawing/2014/main" id="{7D44A19B-ADBF-47C0-B104-74823930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44" name="order-2-box">
            <a:extLst xmlns:a="http://schemas.openxmlformats.org/drawingml/2006/main">
              <a:ext uri="{FF2B5EF4-FFF2-40B4-BE49-F238E27FC236}">
                <a16:creationId xmlns:a16="http://schemas.microsoft.com/office/drawing/2014/main" id="{A4B12351-D6F2-4F72-9E01-55628AAF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5" name="order-2-title">
            <a:extLst xmlns:a="http://schemas.openxmlformats.org/drawingml/2006/main">
              <a:ext uri="{FF2B5EF4-FFF2-40B4-BE49-F238E27FC236}">
                <a16:creationId xmlns:a16="http://schemas.microsoft.com/office/drawing/2014/main" id="{D9DD4448-6AFB-41D7-BFD4-91ADA6B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193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6" name="order-2-body">
            <a:extLst xmlns:a="http://schemas.openxmlformats.org/drawingml/2006/main">
              <a:ext uri="{FF2B5EF4-FFF2-40B4-BE49-F238E27FC236}">
                <a16:creationId xmlns:a16="http://schemas.microsoft.com/office/drawing/2014/main" id="{904EBB4D-2D6A-45E7-9612-2E9BAAFA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Alma</a:t>
            </a:r>
          </a:p>
        </p:txBody>
      </p:sp>
      <p:sp>
        <p:nvSpPr>
          <p:cNvPr id="47" name="arrow">
            <a:extLst xmlns:a="http://schemas.openxmlformats.org/drawingml/2006/main">
              <a:ext uri="{FF2B5EF4-FFF2-40B4-BE49-F238E27FC236}">
                <a16:creationId xmlns:a16="http://schemas.microsoft.com/office/drawing/2014/main" id="{00F33C63-8AD6-4E2D-9F31-AD3A3F80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48" name="order-3-box">
            <a:extLst xmlns:a="http://schemas.openxmlformats.org/drawingml/2006/main">
              <a:ext uri="{FF2B5EF4-FFF2-40B4-BE49-F238E27FC236}">
                <a16:creationId xmlns:a16="http://schemas.microsoft.com/office/drawing/2014/main" id="{42D62BAB-0445-4887-9141-4E49312E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0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9" name="order-3-title">
            <a:extLst xmlns:a="http://schemas.openxmlformats.org/drawingml/2006/main">
              <a:ext uri="{FF2B5EF4-FFF2-40B4-BE49-F238E27FC236}">
                <a16:creationId xmlns:a16="http://schemas.microsoft.com/office/drawing/2014/main" id="{3E6517C4-8DA8-4451-919D-E418F611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193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order-3-body">
            <a:extLst xmlns:a="http://schemas.openxmlformats.org/drawingml/2006/main">
              <a:ext uri="{FF2B5EF4-FFF2-40B4-BE49-F238E27FC236}">
                <a16:creationId xmlns:a16="http://schemas.microsoft.com/office/drawing/2014/main" id="{548A7456-CD15-4726-85AB-24DB41FA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86050"/>
            <a:ext cx="123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Cuerpo</a:t>
            </a:r>
          </a:p>
        </p:txBody>
      </p:sp>
      <p:sp>
        <p:nvSpPr>
          <p:cNvPr id="51" name="order-note">
            <a:extLst xmlns:a="http://schemas.openxmlformats.org/drawingml/2006/main">
              <a:ext uri="{FF2B5EF4-FFF2-40B4-BE49-F238E27FC236}">
                <a16:creationId xmlns:a16="http://schemas.microsoft.com/office/drawing/2014/main" id="{8D9B2002-EF3B-4570-B560-CE7CBC1B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No vivimos por impulso.</a:t>
            </a:r>
          </a:p>
          <a:p xmlns:a="http://schemas.openxmlformats.org/drawingml/2006/main">
            <a:pPr>
              <a:defRPr sz="25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D9D9D9"/>
                </a:solidFill>
                <a:latin typeface="Arial"/>
                <a:ea typeface="Arial"/>
                <a:cs typeface="Arial"/>
              </a:rPr>
              <a:t>Somos guiados por Dios.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438f4c23c487f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5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A09833E-C69F-4757-A5EE-D950395E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409295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1DD535F2-3BA4-4B9F-ADCC-555E80F3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4AC85A7-0EB4-43B7-8FEB-8C0F195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9E4CFDC-D974-4EA4-A290-3F7DF914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A1F61523-DD50-477D-AC66-B74C640A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E52A1B2-4281-49CA-B79A-4C1D7471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888E3493-6379-4B0A-B737-07DE63AD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EAB2433-B096-459A-9818-D100698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ED33F4CE-DD78-4F3C-B19F-9340E3FA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80A643D-346D-4551-A579-3B569543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4588713-1B65-42F0-B262-51FBD8E2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620A77E9-CB17-4940-8555-641E838D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0D50D14B-9FEC-4C6E-8675-58EABE5F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8F84D0AF-27BE-4AF7-8F67-97EBA8A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F0C2D2AC-84B2-4155-B7AE-2099862C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464D11D-59E9-4DE6-AC39-448D5173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8BCD9130-2D09-4CAD-A22F-A34900C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B8E1821B-02DD-4E40-BF40-827A4FD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5EA17CF3-957D-4368-8864-E2B2F42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C50915EF-7A7F-402C-80DA-F51E9411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4C7C8C9-1F40-42E0-88FE-53BE2CD4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BD7B268-63DA-4DA2-8D53-298A60A9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09EE7573-DEA4-4903-9C21-206775D3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60115D68-8013-4125-BE95-FCD8705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7A460D09-979F-405D-ADAE-02E48737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34C30ED-FF31-4434-8DDA-2B91FE39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E20B709A-F866-4001-B417-611AED5D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DD5FB64D-F812-409F-B957-413B9E3F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F0FB06E-8C21-4CC4-AD03-F8023EB9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5457FD27-DAD0-4D54-A7E8-D63A4ACF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7D9FF5A0-8E06-458F-A9FB-EFD6E42B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50399FD1-0EE1-4FCA-81AB-225538E7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9A6DE567-1D32-4B1C-9797-3EAAED34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5C0FB2A-3978-4B74-A2D7-23C6905D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5C2142F3-092B-4EC4-8966-60CF21A9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15415B1D-1923-46DF-949D-96557496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5D53A4A8-5924-411B-BD09-86C8FBE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DAF9A82B-5A03-4BC2-8C87-75C3B3C5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A0AD60AE-52A3-485B-B42D-6353C465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ROMANOS 8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0F6179A5-0B24-47C6-BA34-93715BF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Dos formas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vivir</a:t>
            </a:r>
          </a:p>
        </p:txBody>
      </p:sp>
      <p:sp>
        <p:nvSpPr>
          <p:cNvPr id="40" name="flesh-box">
            <a:extLst xmlns:a="http://schemas.openxmlformats.org/drawingml/2006/main">
              <a:ext uri="{FF2B5EF4-FFF2-40B4-BE49-F238E27FC236}">
                <a16:creationId xmlns:a16="http://schemas.microsoft.com/office/drawing/2014/main" id="{A2439466-5FBA-4DA7-8909-B890C0D4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476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flesh-title">
            <a:extLst xmlns:a="http://schemas.openxmlformats.org/drawingml/2006/main">
              <a:ext uri="{FF2B5EF4-FFF2-40B4-BE49-F238E27FC236}">
                <a16:creationId xmlns:a16="http://schemas.microsoft.com/office/drawing/2014/main" id="{57E9F52A-49B7-4CDD-83D1-A75B4197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480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32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73222"/>
                </a:solidFill>
                <a:latin typeface="Arial"/>
                <a:ea typeface="Arial"/>
                <a:cs typeface="Arial"/>
              </a:rPr>
              <a:t>Carne</a:t>
            </a:r>
          </a:p>
        </p:txBody>
      </p:sp>
      <p:sp>
        <p:nvSpPr>
          <p:cNvPr id="42" name="flesh-body">
            <a:extLst xmlns:a="http://schemas.openxmlformats.org/drawingml/2006/main">
              <a:ext uri="{FF2B5EF4-FFF2-40B4-BE49-F238E27FC236}">
                <a16:creationId xmlns:a16="http://schemas.microsoft.com/office/drawing/2014/main" id="{A0D7FC86-7831-4FB9-82C8-2FC9843C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3905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se ocupa de sí mismo</a:t>
            </a:r>
          </a:p>
        </p:txBody>
      </p:sp>
      <p:sp>
        <p:nvSpPr>
          <p:cNvPr id="43" name="spirit-box">
            <a:extLst xmlns:a="http://schemas.openxmlformats.org/drawingml/2006/main">
              <a:ext uri="{FF2B5EF4-FFF2-40B4-BE49-F238E27FC236}">
                <a16:creationId xmlns:a16="http://schemas.microsoft.com/office/drawing/2014/main" id="{E6A74EC5-11C6-429E-99DF-3F5C1F7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476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4" name="spirit-title">
            <a:extLst xmlns:a="http://schemas.openxmlformats.org/drawingml/2006/main">
              <a:ext uri="{FF2B5EF4-FFF2-40B4-BE49-F238E27FC236}">
                <a16:creationId xmlns:a16="http://schemas.microsoft.com/office/drawing/2014/main" id="{166F59B9-3EB0-45C4-AEA4-9424B57A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80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45" name="spirit-body">
            <a:extLst xmlns:a="http://schemas.openxmlformats.org/drawingml/2006/main">
              <a:ext uri="{FF2B5EF4-FFF2-40B4-BE49-F238E27FC236}">
                <a16:creationId xmlns:a16="http://schemas.microsoft.com/office/drawing/2014/main" id="{213C0C5B-99F5-468D-84BD-2CB35B5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3905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Vida y paz</a:t>
            </a:r>
          </a:p>
        </p:txBody>
      </p:sp>
      <p:sp>
        <p:nvSpPr>
          <p:cNvPr id="46" name="romans-ref">
            <a:extLst xmlns:a="http://schemas.openxmlformats.org/drawingml/2006/main">
              <a:ext uri="{FF2B5EF4-FFF2-40B4-BE49-F238E27FC236}">
                <a16:creationId xmlns:a16="http://schemas.microsoft.com/office/drawing/2014/main" id="{2F635952-B6C0-494E-B317-16EF02FC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D9D9D9"/>
                </a:solidFill>
                <a:latin typeface="Arial"/>
                <a:ea typeface="Arial"/>
                <a:cs typeface="Arial"/>
              </a:rPr>
              <a:t>Romanos 8:5-14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c63a1076c4f00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587C3E9-0E5B-4A41-8145-C42F0A50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629723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0A431BB1-523F-4C7B-99E5-E222E03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BB1E48E-3B4C-43E7-AD9F-1DC8DDB7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7205AFCE-AA33-41D3-A451-15E4C7B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4BF27BFE-5222-46B1-BB76-BD30AA6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DD8B0F74-EAA1-4781-B980-091AC37B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D0EB9F19-695D-4D89-A01E-F7FE10C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647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PRINCIPIO</a:t>
            </a:r>
          </a:p>
        </p:txBody>
      </p:sp>
      <p:sp>
        <p:nvSpPr>
          <p:cNvPr id="7" name="feeding">
            <a:extLst xmlns:a="http://schemas.openxmlformats.org/drawingml/2006/main">
              <a:ext uri="{FF2B5EF4-FFF2-40B4-BE49-F238E27FC236}">
                <a16:creationId xmlns:a16="http://schemas.microsoft.com/office/drawing/2014/main" id="{1A7F8F68-F24C-463C-A756-473730D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59055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alimentamos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fortalece</a:t>
            </a:r>
          </a:p>
        </p:txBody>
      </p:sp>
      <p:sp>
        <p:nvSpPr>
          <p:cNvPr id="8" name="Espíritu-label">
            <a:extLst xmlns:a="http://schemas.openxmlformats.org/drawingml/2006/main">
              <a:ext uri="{FF2B5EF4-FFF2-40B4-BE49-F238E27FC236}">
                <a16:creationId xmlns:a16="http://schemas.microsoft.com/office/drawing/2014/main" id="{EA01B513-AC7E-4F99-A2E5-4DD60933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9" name="Espíritu-track">
            <a:extLst xmlns:a="http://schemas.openxmlformats.org/drawingml/2006/main">
              <a:ext uri="{FF2B5EF4-FFF2-40B4-BE49-F238E27FC236}">
                <a16:creationId xmlns:a16="http://schemas.microsoft.com/office/drawing/2014/main" id="{80BE4860-0EDF-4796-9956-6077959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3905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2A2A"/>
          </a:solidFill>
          <a:ln xmlns:a="http://schemas.openxmlformats.org/drawingml/2006/main" w="9525">
            <a:solidFill>
              <a:srgbClr val="575757"/>
            </a:solidFill>
            <a:prstDash val="solid"/>
          </a:ln>
        </p:spPr>
      </p:sp>
      <p:sp>
        <p:nvSpPr>
          <p:cNvPr id="10" name="Espíritu-fill">
            <a:extLst xmlns:a="http://schemas.openxmlformats.org/drawingml/2006/main">
              <a:ext uri="{FF2B5EF4-FFF2-40B4-BE49-F238E27FC236}">
                <a16:creationId xmlns:a16="http://schemas.microsoft.com/office/drawing/2014/main" id="{4806A88A-0EA4-430E-A84E-5A2F20B1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3257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ne-label">
            <a:extLst xmlns:a="http://schemas.openxmlformats.org/drawingml/2006/main">
              <a:ext uri="{FF2B5EF4-FFF2-40B4-BE49-F238E27FC236}">
                <a16:creationId xmlns:a16="http://schemas.microsoft.com/office/drawing/2014/main" id="{7C6FFA2E-AF41-4D19-A033-FD00C229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Carne</a:t>
            </a:r>
          </a:p>
        </p:txBody>
      </p:sp>
      <p:sp>
        <p:nvSpPr>
          <p:cNvPr id="12" name="Carne-track">
            <a:extLst xmlns:a="http://schemas.openxmlformats.org/drawingml/2006/main">
              <a:ext uri="{FF2B5EF4-FFF2-40B4-BE49-F238E27FC236}">
                <a16:creationId xmlns:a16="http://schemas.microsoft.com/office/drawing/2014/main" id="{8349E83C-3EA4-446F-8EEE-DD188BB8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3905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A2A2A"/>
          </a:solidFill>
          <a:ln xmlns:a="http://schemas.openxmlformats.org/drawingml/2006/main" w="9525">
            <a:solidFill>
              <a:srgbClr val="575757"/>
            </a:solidFill>
            <a:prstDash val="solid"/>
          </a:ln>
        </p:spPr>
      </p:sp>
      <p:sp>
        <p:nvSpPr>
          <p:cNvPr id="13" name="Carne-fill">
            <a:extLst xmlns:a="http://schemas.openxmlformats.org/drawingml/2006/main">
              <a:ext uri="{FF2B5EF4-FFF2-40B4-BE49-F238E27FC236}">
                <a16:creationId xmlns:a16="http://schemas.microsoft.com/office/drawing/2014/main" id="{654863C5-451D-45DA-9987-91A0FFC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86225"/>
            <a:ext cx="12858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1253972114ea3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E6EFA88-508B-456F-9D85-C418F621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405515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1B08438A-2C2A-4C16-A169-A68B00F7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AACA15DF-7A36-4AD3-B0B7-7AC61BAB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E5D3E15D-6875-4BFB-9873-E8D6D693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7D5FA549-0D79-4AC7-9362-C22AD11E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3937E6D6-8566-4FD6-A800-C8EB37D0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94FEAA4-2AFC-41CB-903B-1E6EC4DF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E9DF3C18-548E-45CD-8984-64997A8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B143BAB-C180-4DD9-9417-1A923C1B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A954172-FE33-4FC2-A040-7ACB7285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54F9F53-9C00-4EDC-8FCD-D3D9F6DF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DD3DF36-A9B7-4728-8145-6198F2B0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5882558-49E4-4486-A46B-4C78A295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A0D63255-85D2-46B1-92FB-A25CC9DC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8020142-AF4C-4B95-9C52-88EDFCAC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64884C9-7B4E-4A03-BB86-00788C1F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8EEF7938-A972-47E9-B589-581515BC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AEFCA98-A229-4F3A-B093-E2CCCE90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0B6D0EC5-DABD-4CBD-B31B-AFA90FAE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8CF6E8D-9FC6-482E-BF67-813F2F4A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FE00B38-8545-4193-ACFF-1CAA8687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A964373-C070-4090-B872-7FFD20E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52F5C748-AC3C-43D4-ABF7-09D56B5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0E8B04C1-DF9B-44FE-9DFD-1B18F41D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CE1E4470-BEDE-455B-8307-1D490F5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26481286-92ED-4F65-AD5D-7CE510B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6AFF19E9-8B46-43E8-9B77-60ABFC4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0131A9B7-5FD1-457B-80E8-BF54A6D8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4A836A3-AA0F-41C8-89F4-F5EBD70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AACC682D-029B-4BF6-9499-54A35A85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5C048774-C97F-4979-B714-2AC3B823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313B6F6C-714D-4357-AE7E-025A1B4A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6AEDC6DF-AD77-46AB-B22A-B15C43A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AD064A54-4B3C-41A9-A61B-44A49CF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2BFC8750-577F-4CAC-B670-8B9B6B4B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350C9531-36A5-4A8C-91A7-92A3B0A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6A723F00-629B-4995-9DA6-6E151480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67FD89E7-529C-4BA7-9B1F-87FC2E79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9D479C01-D4C1-422B-953F-5077DC00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ALIMENTACIÓN</a:t>
            </a:r>
          </a:p>
        </p:txBody>
      </p:sp>
      <p:sp>
        <p:nvSpPr>
          <p:cNvPr id="39" name="feed-phone-outer">
            <a:extLst xmlns:a="http://schemas.openxmlformats.org/drawingml/2006/main">
              <a:ext uri="{FF2B5EF4-FFF2-40B4-BE49-F238E27FC236}">
                <a16:creationId xmlns:a16="http://schemas.microsoft.com/office/drawing/2014/main" id="{E05C56D7-E277-45E0-B141-13296DF3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90625"/>
            <a:ext cx="2619375" cy="481012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40" name="feed-phone-screen">
            <a:extLst xmlns:a="http://schemas.openxmlformats.org/drawingml/2006/main">
              <a:ext uri="{FF2B5EF4-FFF2-40B4-BE49-F238E27FC236}">
                <a16:creationId xmlns:a16="http://schemas.microsoft.com/office/drawing/2014/main" id="{5290EBC1-9CD5-4E86-A1E7-D95C14B7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04975"/>
            <a:ext cx="2200275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41" name="feed-phone-speaker">
            <a:extLst xmlns:a="http://schemas.openxmlformats.org/drawingml/2006/main">
              <a:ext uri="{FF2B5EF4-FFF2-40B4-BE49-F238E27FC236}">
                <a16:creationId xmlns:a16="http://schemas.microsoft.com/office/drawing/2014/main" id="{775C420F-3D7D-423B-BECA-22642D1E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8" y="1400175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eed-phone-button">
            <a:extLst xmlns:a="http://schemas.openxmlformats.org/drawingml/2006/main">
              <a:ext uri="{FF2B5EF4-FFF2-40B4-BE49-F238E27FC236}">
                <a16:creationId xmlns:a16="http://schemas.microsoft.com/office/drawing/2014/main" id="{72623EBD-991C-42A5-A9D1-B5556D61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550545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43" name="feed-phone-corner-tl-h">
            <a:extLst xmlns:a="http://schemas.openxmlformats.org/drawingml/2006/main">
              <a:ext uri="{FF2B5EF4-FFF2-40B4-BE49-F238E27FC236}">
                <a16:creationId xmlns:a16="http://schemas.microsoft.com/office/drawing/2014/main" id="{EE8D6147-5338-4FD2-89B1-D0D7745E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90725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eed-phone-corner-tl-v">
            <a:extLst xmlns:a="http://schemas.openxmlformats.org/drawingml/2006/main">
              <a:ext uri="{FF2B5EF4-FFF2-40B4-BE49-F238E27FC236}">
                <a16:creationId xmlns:a16="http://schemas.microsoft.com/office/drawing/2014/main" id="{492A80E3-89EF-48E9-A25E-615F1E5A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9072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eed-phone-corner-br-h">
            <a:extLst xmlns:a="http://schemas.openxmlformats.org/drawingml/2006/main">
              <a:ext uri="{FF2B5EF4-FFF2-40B4-BE49-F238E27FC236}">
                <a16:creationId xmlns:a16="http://schemas.microsoft.com/office/drawing/2014/main" id="{9418578C-3601-459A-979C-0E7AE5FE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720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eed-phone-corner-br-v">
            <a:extLst xmlns:a="http://schemas.openxmlformats.org/drawingml/2006/main">
              <a:ext uri="{FF2B5EF4-FFF2-40B4-BE49-F238E27FC236}">
                <a16:creationId xmlns:a16="http://schemas.microsoft.com/office/drawing/2014/main" id="{994F68DC-D4FA-4B89-8A72-82271B03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95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eed-phone-ui-left">
            <a:extLst xmlns:a="http://schemas.openxmlformats.org/drawingml/2006/main">
              <a:ext uri="{FF2B5EF4-FFF2-40B4-BE49-F238E27FC236}">
                <a16:creationId xmlns:a16="http://schemas.microsoft.com/office/drawing/2014/main" id="{E85F7C4E-ED5F-418E-ADB8-9663A83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863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48" name="feed-phone-ui-right">
            <a:extLst xmlns:a="http://schemas.openxmlformats.org/drawingml/2006/main">
              <a:ext uri="{FF2B5EF4-FFF2-40B4-BE49-F238E27FC236}">
                <a16:creationId xmlns:a16="http://schemas.microsoft.com/office/drawing/2014/main" id="{5DF99E03-69A2-4A84-9517-10918CF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863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9" name="phone-word">
            <a:extLst xmlns:a="http://schemas.openxmlformats.org/drawingml/2006/main">
              <a:ext uri="{FF2B5EF4-FFF2-40B4-BE49-F238E27FC236}">
                <a16:creationId xmlns:a16="http://schemas.microsoft.com/office/drawing/2014/main" id="{38C3297B-638C-448C-8FE9-96EDAD44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2412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FEED</a:t>
            </a:r>
          </a:p>
        </p:txBody>
      </p:sp>
      <p:sp>
        <p:nvSpPr>
          <p:cNvPr id="50" name="starve">
            <a:extLst xmlns:a="http://schemas.openxmlformats.org/drawingml/2006/main">
              <a:ext uri="{FF2B5EF4-FFF2-40B4-BE49-F238E27FC236}">
                <a16:creationId xmlns:a16="http://schemas.microsoft.com/office/drawing/2014/main" id="{9AC943D8-D632-4F9D-90ED-184EF8EE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619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Todo lo que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alimentamos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muere</a:t>
            </a:r>
          </a:p>
        </p:txBody>
      </p:sp>
      <p:sp>
        <p:nvSpPr>
          <p:cNvPr id="51" name="short-note">
            <a:extLst xmlns:a="http://schemas.openxmlformats.org/drawingml/2006/main">
              <a:ext uri="{FF2B5EF4-FFF2-40B4-BE49-F238E27FC236}">
                <a16:creationId xmlns:a16="http://schemas.microsoft.com/office/drawing/2014/main" id="{BE6FE801-7D2F-4B2D-A3B4-BE4EDF8D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67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D9D9D9"/>
                </a:solidFill>
                <a:latin typeface="Arial"/>
                <a:ea typeface="Arial"/>
                <a:cs typeface="Arial"/>
              </a:rPr>
              <a:t>La pregunta es qué estamos dejando crecer.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23a32bb744c83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5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2D57F5B3-9237-4B04-8279-41BD52B8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1132587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B964F7F8-8979-4FEC-9285-DC2E722F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D77A95EE-5E63-4C24-9DCA-60A9B15D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2F51FA9A-2BBF-4B36-8A21-D785F96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F5CFF117-8C12-4B09-94AB-A0D723A4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A8EC3B5D-5A7B-48FB-9905-29A21D3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D886F7C-2404-4B17-BBC3-30B4E5B2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B20A17B-E967-4727-B0C8-BFE117C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887FDBB-50CB-4415-AA5F-502F3D2D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E9EA592-2F66-424A-BB49-C949F20C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64C3D37F-9474-4AD1-8008-D57736EB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E9B78B6-66BE-46F1-92A3-217AD179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F291CE20-0E36-444D-A7F2-99F4F79E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8EAA75A-5926-49FC-9AC0-F70786E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C49D16D-5504-44D5-A6D7-B785F9C7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26EF5722-D190-4CF7-B802-78EC3731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8127ABD5-67F7-44F9-9CAB-68FFE34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30E3485-5908-4E57-9BBF-A8E5D44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8626D62-C980-4DEA-B8D8-345372B5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00A1BCA-14EB-48F6-8916-782E613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F633CA50-A2B5-467E-A0EE-E15D459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9683302A-B48E-4359-B3D8-6B60ED3B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797428B4-A892-4625-9DD4-4FC14A9C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FD2A94A0-2312-45D5-B6A0-68BA7B2A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DD65424-CC60-4BD3-A829-4250FA0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74AE6FB5-CFB7-4183-8A46-C68F708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21B5DE9-7717-4862-9602-184DF3AD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191B0A3F-D8B9-43B1-8E5E-0944CCB4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D633019C-095D-45E6-A619-F13B851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D2E06528-E8C8-4901-A20C-B6B59668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833ACCF7-48B4-41F3-9C00-359DB85A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59DDD6B0-ADD6-4AFB-9162-F4F9AB4C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C9E2AE85-9654-42F9-A85D-868682B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70F6D81B-1FAE-4264-AA46-AA2292FE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F8CEC401-9042-45FE-8103-1F22D0F1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982186A0-6033-40DD-AF56-ECA73658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FE91476A-3FF3-4E20-B4BB-B4CEAE7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8A7AB3D0-D8E7-4628-A2C7-69A55B8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60805F3F-EDE6-43B9-89DE-57F9A72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362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HÁBITOS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70522DBE-120C-494F-B82D-70A7DF0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cuerpo pide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conoce</a:t>
            </a:r>
          </a:p>
        </p:txBody>
      </p:sp>
      <p:sp>
        <p:nvSpPr>
          <p:cNvPr id="40" name="habit-plate">
            <a:extLst xmlns:a="http://schemas.openxmlformats.org/drawingml/2006/main">
              <a:ext uri="{FF2B5EF4-FFF2-40B4-BE49-F238E27FC236}">
                <a16:creationId xmlns:a16="http://schemas.microsoft.com/office/drawing/2014/main" id="{5651FA25-1EAD-4A57-8B26-60A69B83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476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1" name="habit-scoop-1">
            <a:extLst xmlns:a="http://schemas.openxmlformats.org/drawingml/2006/main">
              <a:ext uri="{FF2B5EF4-FFF2-40B4-BE49-F238E27FC236}">
                <a16:creationId xmlns:a16="http://schemas.microsoft.com/office/drawing/2014/main" id="{0621374D-12AA-47CE-964E-280E8238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abit-scoop-2">
            <a:extLst xmlns:a="http://schemas.openxmlformats.org/drawingml/2006/main">
              <a:ext uri="{FF2B5EF4-FFF2-40B4-BE49-F238E27FC236}">
                <a16:creationId xmlns:a16="http://schemas.microsoft.com/office/drawing/2014/main" id="{364DACA5-73BB-4442-8277-85B08D0B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24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abit-scoop-3">
            <a:extLst xmlns:a="http://schemas.openxmlformats.org/drawingml/2006/main">
              <a:ext uri="{FF2B5EF4-FFF2-40B4-BE49-F238E27FC236}">
                <a16:creationId xmlns:a16="http://schemas.microsoft.com/office/drawing/2014/main" id="{5CBE1942-6CC4-4BAC-BF64-63361D6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8382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abit-note">
            <a:extLst xmlns:a="http://schemas.openxmlformats.org/drawingml/2006/main">
              <a:ext uri="{FF2B5EF4-FFF2-40B4-BE49-F238E27FC236}">
                <a16:creationId xmlns:a16="http://schemas.microsoft.com/office/drawing/2014/main" id="{54AAA64B-E329-4DA3-A346-D19C566F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552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Lo repetido</a:t>
            </a:r>
          </a:p>
          <a:p xmlns:a="http://schemas.openxmlformats.org/drawingml/2006/main">
            <a:pPr>
              <a:defRPr sz="28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 vuelve hambre.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a508e2a73468d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6" name="footer-text">
            <a:extLst xmlns:a="http://schemas.openxmlformats.org/drawingml/2006/main">
              <a:ext uri="{FF2B5EF4-FFF2-40B4-BE49-F238E27FC236}">
                <a16:creationId xmlns:a16="http://schemas.microsoft.com/office/drawing/2014/main" id="{E9E5D187-21E2-42C3-B431-2319902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2126336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44F155CF-F438-4E81-8607-7161F954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3C878F8C-956A-46B1-8C9F-0B8CB6D3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8EFC95BC-3DDA-460B-9FB1-DB8EDC35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1C61270C-36A6-45C1-905A-714F09AB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41BC1CF5-6564-4027-A44F-2E66FB08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D522D6A8-F586-4B95-9A47-0024E2A3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DISCIPLINA</a:t>
            </a:r>
          </a:p>
        </p:txBody>
      </p:sp>
      <p:sp>
        <p:nvSpPr>
          <p:cNvPr id="7" name="discipline-title">
            <a:extLst xmlns:a="http://schemas.openxmlformats.org/drawingml/2006/main">
              <a:ext uri="{FF2B5EF4-FFF2-40B4-BE49-F238E27FC236}">
                <a16:creationId xmlns:a16="http://schemas.microsoft.com/office/drawing/2014/main" id="{6FD72C8E-3D43-4652-94A8-AA4951E2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5905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victoria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prepara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la mesa</a:t>
            </a:r>
          </a:p>
        </p:txBody>
      </p:sp>
      <p:sp>
        <p:nvSpPr>
          <p:cNvPr id="8" name="table">
            <a:extLst xmlns:a="http://schemas.openxmlformats.org/drawingml/2006/main">
              <a:ext uri="{FF2B5EF4-FFF2-40B4-BE49-F238E27FC236}">
                <a16:creationId xmlns:a16="http://schemas.microsoft.com/office/drawing/2014/main" id="{D18CDA78-B6A4-4F53-86C4-F04FCBE5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late">
            <a:extLst xmlns:a="http://schemas.openxmlformats.org/drawingml/2006/main">
              <a:ext uri="{FF2B5EF4-FFF2-40B4-BE49-F238E27FC236}">
                <a16:creationId xmlns:a16="http://schemas.microsoft.com/office/drawing/2014/main" id="{787CDBD8-0526-4351-8681-57AFC732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47875"/>
            <a:ext cx="2190750" cy="2190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10" name="plate-inner">
            <a:extLst xmlns:a="http://schemas.openxmlformats.org/drawingml/2006/main">
              <a:ext uri="{FF2B5EF4-FFF2-40B4-BE49-F238E27FC236}">
                <a16:creationId xmlns:a16="http://schemas.microsoft.com/office/drawing/2014/main" id="{CC51976F-8D56-44EF-B3CC-D1452A9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5757"/>
            </a:solidFill>
            <a:prstDash val="solid"/>
          </a:ln>
        </p:spPr>
      </p:sp>
      <p:sp>
        <p:nvSpPr>
          <p:cNvPr id="11" name="fork-1">
            <a:extLst xmlns:a="http://schemas.openxmlformats.org/drawingml/2006/main">
              <a:ext uri="{FF2B5EF4-FFF2-40B4-BE49-F238E27FC236}">
                <a16:creationId xmlns:a16="http://schemas.microsoft.com/office/drawing/2014/main" id="{0CC3AFD8-B310-4947-B3EA-59F41492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95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rk-2">
            <a:extLst xmlns:a="http://schemas.openxmlformats.org/drawingml/2006/main">
              <a:ext uri="{FF2B5EF4-FFF2-40B4-BE49-F238E27FC236}">
                <a16:creationId xmlns:a16="http://schemas.microsoft.com/office/drawing/2014/main" id="{C423941E-AEE1-4D55-8761-E9B83B9D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rk-3">
            <a:extLst xmlns:a="http://schemas.openxmlformats.org/drawingml/2006/main">
              <a:ext uri="{FF2B5EF4-FFF2-40B4-BE49-F238E27FC236}">
                <a16:creationId xmlns:a16="http://schemas.microsoft.com/office/drawing/2014/main" id="{F69741EF-A70B-40BD-A7FA-23B98FE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46f150db642b1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EA63D32-537D-49C1-96F8-222E7351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778240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0A16B11A-51A9-486C-998D-CAABC147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457FCD3-4EFF-4473-8CD7-F6045C2D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1B76A15-8BEB-45D5-8DB9-BB9E7E56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4345F633-CD22-4B4F-A885-87EEE635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A895F28-5032-4122-B912-41FE89FD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AE995B8E-A85E-47D3-8662-2A2BF372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61F8FB89-644F-45E4-83A2-69B95637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796C11C-9C44-45C8-BE13-9F96EEE6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F8F29A9-F5DD-4078-AD7F-BC65F42F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942D7F7-A2E8-4234-9D95-53062ACA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6583E522-C4D1-411F-9017-EBDD8F0F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1A31C8DA-0C7F-49CC-AFE9-495AD41B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B225DFA6-A8F5-4C07-A32B-F1797051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BD04C3D1-07EA-44AB-A5AD-DE229849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32DBF06-F113-4817-AE5D-5B62F833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2EA5DF1-8F30-48C5-A7D0-7E890ED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F7797FE3-8E8D-4262-9A99-EC1271E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2353817-A9F9-4837-932F-D85C4C91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31B023A-9F2F-49B6-B1F6-A09E5DCC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48A28AA-ED58-4B08-ABAE-C749F9F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C45AC634-15A3-4468-94EB-C14DBB6C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FB02A35B-DB80-4A9C-B14D-B6ADD74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1C58BFF4-35D7-42EB-BDE2-55A37B3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64DC6D6F-FA2F-42BD-9AC3-67CCA625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91290D9-69B1-446D-817D-E4783EAA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77DD675-8E00-4D3D-9938-1490B799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855CED3-6463-4691-8430-597C136D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82668B2-CEAE-4346-87C5-6C94640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B2097AC-D5C3-4095-ACFF-F2FFEF9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F5967F9F-D9D7-45BD-896B-9B3C300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1B294424-4C5E-47F5-A787-A844B976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F635FD10-4CBB-474C-A129-B04BB60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8ACD2E0-C4E1-4600-BA8F-A83996C1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10A31B2D-8C9F-4BD2-9B57-76204B09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1D5DC1B4-1082-4EAB-BB4E-0892F808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CE8749EC-FA67-4448-8E9C-0EE1B50F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E831496B-3FDE-4329-9225-81948EB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7D77A1B9-DCD6-4531-AB09-26F50B4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39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7AF2E929-6678-4D4A-960C-1D586988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estamos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alimentando?</a:t>
            </a:r>
          </a:p>
        </p:txBody>
      </p:sp>
      <p:sp>
        <p:nvSpPr>
          <p:cNvPr id="40" name="choice-1-box">
            <a:extLst xmlns:a="http://schemas.openxmlformats.org/drawingml/2006/main">
              <a:ext uri="{FF2B5EF4-FFF2-40B4-BE49-F238E27FC236}">
                <a16:creationId xmlns:a16="http://schemas.microsoft.com/office/drawing/2014/main" id="{2DA974AD-3E69-4324-8C32-3E3FA47A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19500"/>
            <a:ext cx="43338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choice-1-title">
            <a:extLst xmlns:a="http://schemas.openxmlformats.org/drawingml/2006/main">
              <a:ext uri="{FF2B5EF4-FFF2-40B4-BE49-F238E27FC236}">
                <a16:creationId xmlns:a16="http://schemas.microsoft.com/office/drawing/2014/main" id="{379938A7-8968-4257-9CBE-AADEE271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Presencia</a:t>
            </a:r>
          </a:p>
        </p:txBody>
      </p:sp>
      <p:sp>
        <p:nvSpPr>
          <p:cNvPr id="42" name="choice-1-body">
            <a:extLst xmlns:a="http://schemas.openxmlformats.org/drawingml/2006/main">
              <a:ext uri="{FF2B5EF4-FFF2-40B4-BE49-F238E27FC236}">
                <a16:creationId xmlns:a16="http://schemas.microsoft.com/office/drawing/2014/main" id="{354E14BC-4A1B-4321-A399-623D8AAC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91050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vida y paz</a:t>
            </a:r>
          </a:p>
        </p:txBody>
      </p:sp>
      <p:sp>
        <p:nvSpPr>
          <p:cNvPr id="43" name="choice-2-box">
            <a:extLst xmlns:a="http://schemas.openxmlformats.org/drawingml/2006/main">
              <a:ext uri="{FF2B5EF4-FFF2-40B4-BE49-F238E27FC236}">
                <a16:creationId xmlns:a16="http://schemas.microsoft.com/office/drawing/2014/main" id="{19FE5B42-53FE-4216-9163-10009CFE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43338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4" name="choice-2-title">
            <a:extLst xmlns:a="http://schemas.openxmlformats.org/drawingml/2006/main">
              <a:ext uri="{FF2B5EF4-FFF2-40B4-BE49-F238E27FC236}">
                <a16:creationId xmlns:a16="http://schemas.microsoft.com/office/drawing/2014/main" id="{8EB482F6-E5F5-49BD-B445-FBAF009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24300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732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73222"/>
                </a:solidFill>
                <a:latin typeface="Arial"/>
                <a:ea typeface="Arial"/>
                <a:cs typeface="Arial"/>
              </a:rPr>
              <a:t>Carne</a:t>
            </a:r>
          </a:p>
        </p:txBody>
      </p:sp>
      <p:sp>
        <p:nvSpPr>
          <p:cNvPr id="45" name="choice-2-body">
            <a:extLst xmlns:a="http://schemas.openxmlformats.org/drawingml/2006/main">
              <a:ext uri="{FF2B5EF4-FFF2-40B4-BE49-F238E27FC236}">
                <a16:creationId xmlns:a16="http://schemas.microsoft.com/office/drawing/2014/main" id="{EE3DEB4D-A5D3-49D3-9CC4-F54EC500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91050"/>
            <a:ext cx="3762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D9D9D9"/>
                </a:solidFill>
                <a:latin typeface="Arial"/>
                <a:ea typeface="Arial"/>
                <a:cs typeface="Arial"/>
              </a:rPr>
              <a:t>impulso y desgaste</a:t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45346a584b00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47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835C7BD-F5FC-4426-AF61-E585F9D3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248806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9F785B5-36A9-4AC9-AEBE-1F2742DF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4103D4CE-0AAD-4A84-AED8-5156A924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8D8CED9-1D23-479D-821B-A4F5AC6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7A948CB4-4D07-41E6-8DA3-FBAA81B8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363F573D-5C2D-45E2-A9B8-918BDA5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CA5FCA9-8D25-49F3-8B5F-F7A1D5B3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322FAED-AC9A-483E-81F9-1D28FBF3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7813C4AB-D8AF-43CC-AB08-91D029F5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0EF833C-6AF1-43A8-B9B5-776E9153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6AA878A-C01E-4C01-932A-9F9590D8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4644E33-0D8A-4258-952C-F5967433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E3D6901-2DD8-4B1D-99F9-D19A1ED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3A6F51A-B792-45EC-9466-30C74875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53769C39-5E29-49B2-98F6-77301EE7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3C05A3E8-B4A4-4795-BE4E-DACB63A5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BBA42D17-2A34-489E-98A6-705C082E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4A70803-FE9B-4A76-A224-AAFB249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8560265-2B8B-4892-ADBB-4A7DE050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A76D19AE-8D3E-44F6-A514-1AC4896F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D13D5C32-4F54-4A62-9F08-D9A54709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64595996-C113-4530-82AF-B80B3C28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9C1D145C-2693-4A89-A63E-328B473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EC8C3105-4FE1-4D5D-B5C4-9DCF62A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0D19A2CA-D892-420A-B793-B995BF1D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909D4D7-CDFF-4622-A184-32ED245B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DC374821-6004-46E5-9E41-D9139C73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29072BE-E1DB-406A-9BC3-890DD051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AC1C2B0-81B2-4318-B13E-7C96FDCF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57048BA1-3110-4D27-B12E-72608C29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35765050-1E46-49CE-862C-BAA3AEDA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324AA034-B405-4881-991F-9D5A4C24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3EA92DAC-3676-447D-96D8-EDDCFBA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CF9F73DD-7153-49C2-BF1C-4B04498D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67FACF54-5B0B-4AA1-8596-F0E4B83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8F24EF22-1683-4E45-92BD-94616C2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1E795B54-8673-4B58-B9B1-DEB6199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14BADE2D-AEAE-4778-8051-428459F1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D140F012-7B5D-496B-BE18-1B127D7E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42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PRÁCTICA</a:t>
            </a:r>
          </a:p>
        </p:txBody>
      </p:sp>
      <p:sp>
        <p:nvSpPr>
          <p:cNvPr id="39" name="main-title">
            <a:extLst xmlns:a="http://schemas.openxmlformats.org/drawingml/2006/main">
              <a:ext uri="{FF2B5EF4-FFF2-40B4-BE49-F238E27FC236}">
                <a16:creationId xmlns:a16="http://schemas.microsoft.com/office/drawing/2014/main" id="{15919A3E-52BB-4F0B-BDA7-4815200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Alimentar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espíritu</a:t>
            </a:r>
          </a:p>
        </p:txBody>
      </p:sp>
      <p:sp>
        <p:nvSpPr>
          <p:cNvPr id="40" name="food-icon-0">
            <a:extLst xmlns:a="http://schemas.openxmlformats.org/drawingml/2006/main">
              <a:ext uri="{FF2B5EF4-FFF2-40B4-BE49-F238E27FC236}">
                <a16:creationId xmlns:a16="http://schemas.microsoft.com/office/drawing/2014/main" id="{8C551E63-4B5D-440F-98F1-D07B505C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28575">
            <a:solidFill>
              <a:srgbClr val="E84A2A"/>
            </a:solidFill>
            <a:prstDash val="solid"/>
          </a:ln>
        </p:spPr>
      </p:sp>
      <p:sp>
        <p:nvSpPr>
          <p:cNvPr id="41" name="food-mark-0">
            <a:extLst xmlns:a="http://schemas.openxmlformats.org/drawingml/2006/main">
              <a:ext uri="{FF2B5EF4-FFF2-40B4-BE49-F238E27FC236}">
                <a16:creationId xmlns:a16="http://schemas.microsoft.com/office/drawing/2014/main" id="{6FBABAE0-6DA4-450F-980F-42D32E0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908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Libro</a:t>
            </a:r>
          </a:p>
        </p:txBody>
      </p:sp>
      <p:sp>
        <p:nvSpPr>
          <p:cNvPr id="42" name="food-title-0">
            <a:extLst xmlns:a="http://schemas.openxmlformats.org/drawingml/2006/main">
              <a:ext uri="{FF2B5EF4-FFF2-40B4-BE49-F238E27FC236}">
                <a16:creationId xmlns:a16="http://schemas.microsoft.com/office/drawing/2014/main" id="{282AF219-926E-41CE-BF38-20BA30F4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57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PALABRA</a:t>
            </a:r>
          </a:p>
        </p:txBody>
      </p:sp>
      <p:sp>
        <p:nvSpPr>
          <p:cNvPr id="43" name="food-icon-1">
            <a:extLst xmlns:a="http://schemas.openxmlformats.org/drawingml/2006/main">
              <a:ext uri="{FF2B5EF4-FFF2-40B4-BE49-F238E27FC236}">
                <a16:creationId xmlns:a16="http://schemas.microsoft.com/office/drawing/2014/main" id="{16CE0E9C-00CA-481A-B6CB-F868FB3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28575">
            <a:solidFill>
              <a:srgbClr val="E84A2A"/>
            </a:solidFill>
            <a:prstDash val="solid"/>
          </a:ln>
        </p:spPr>
      </p:sp>
      <p:sp>
        <p:nvSpPr>
          <p:cNvPr id="44" name="food-mark-1">
            <a:extLst xmlns:a="http://schemas.openxmlformats.org/drawingml/2006/main">
              <a:ext uri="{FF2B5EF4-FFF2-40B4-BE49-F238E27FC236}">
                <a16:creationId xmlns:a16="http://schemas.microsoft.com/office/drawing/2014/main" id="{50C2FFA4-AB05-4826-B9D8-9749C86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Altar</a:t>
            </a:r>
          </a:p>
        </p:txBody>
      </p:sp>
      <p:sp>
        <p:nvSpPr>
          <p:cNvPr id="45" name="food-title-1">
            <a:extLst xmlns:a="http://schemas.openxmlformats.org/drawingml/2006/main">
              <a:ext uri="{FF2B5EF4-FFF2-40B4-BE49-F238E27FC236}">
                <a16:creationId xmlns:a16="http://schemas.microsoft.com/office/drawing/2014/main" id="{230A1ABB-C7FC-4EE4-A249-BE09C5A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57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ORACIÓN</a:t>
            </a:r>
          </a:p>
        </p:txBody>
      </p:sp>
      <p:sp>
        <p:nvSpPr>
          <p:cNvPr id="46" name="food-icon-2">
            <a:extLst xmlns:a="http://schemas.openxmlformats.org/drawingml/2006/main">
              <a:ext uri="{FF2B5EF4-FFF2-40B4-BE49-F238E27FC236}">
                <a16:creationId xmlns:a16="http://schemas.microsoft.com/office/drawing/2014/main" id="{5114E5F7-86C3-435A-A3D9-99800B18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907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22222"/>
          </a:solidFill>
          <a:ln xmlns:a="http://schemas.openxmlformats.org/drawingml/2006/main" w="28575">
            <a:solidFill>
              <a:srgbClr val="E84A2A"/>
            </a:solidFill>
            <a:prstDash val="solid"/>
          </a:ln>
        </p:spPr>
      </p:sp>
      <p:sp>
        <p:nvSpPr>
          <p:cNvPr id="47" name="food-mark-2">
            <a:extLst xmlns:a="http://schemas.openxmlformats.org/drawingml/2006/main">
              <a:ext uri="{FF2B5EF4-FFF2-40B4-BE49-F238E27FC236}">
                <a16:creationId xmlns:a16="http://schemas.microsoft.com/office/drawing/2014/main" id="{98DE1FBF-0D3D-46E1-9F96-71F29CB9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908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Casa</a:t>
            </a:r>
          </a:p>
        </p:txBody>
      </p:sp>
      <p:sp>
        <p:nvSpPr>
          <p:cNvPr id="48" name="food-title-2">
            <a:extLst xmlns:a="http://schemas.openxmlformats.org/drawingml/2006/main">
              <a:ext uri="{FF2B5EF4-FFF2-40B4-BE49-F238E27FC236}">
                <a16:creationId xmlns:a16="http://schemas.microsoft.com/office/drawing/2014/main" id="{804E9CDD-F095-4024-9281-C7FE044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57625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COMUNIDAD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de700b31441c1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50" name="footer-text">
            <a:extLst xmlns:a="http://schemas.openxmlformats.org/drawingml/2006/main">
              <a:ext uri="{FF2B5EF4-FFF2-40B4-BE49-F238E27FC236}">
                <a16:creationId xmlns:a16="http://schemas.microsoft.com/office/drawing/2014/main" id="{EC98EA9B-4B87-45B0-A801-1E0BB583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910115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9983F6D0-0A14-4C1D-AEB9-3B2E0342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C4F0DDC-BF8F-4F6D-8695-968BDA88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B5852D56-99FE-4B5E-B3FC-086B8F80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E0F56155-0728-4E8B-A750-4D9BECC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1811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BD051617-5B74-4D76-81FC-4B1396C5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371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C2D5961E-ED9F-44EE-8C24-2723C43F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144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MOMENTO DE RESPUESTA</a:t>
            </a:r>
          </a:p>
        </p:txBody>
      </p:sp>
      <p:sp>
        <p:nvSpPr>
          <p:cNvPr id="7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1FC8241B-2611-4FD2-99F5-19C9572D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Cristo vive</a:t>
            </a:r>
          </a:p>
          <a:p xmlns:a="http://schemas.openxmlformats.org/drawingml/2006/main">
            <a:pPr algn="ctr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nosotros</a:t>
            </a:r>
          </a:p>
        </p:txBody>
      </p:sp>
      <p:sp>
        <p:nvSpPr>
          <p:cNvPr id="8" name="response-subtitle">
            <a:extLst xmlns:a="http://schemas.openxmlformats.org/drawingml/2006/main">
              <a:ext uri="{FF2B5EF4-FFF2-40B4-BE49-F238E27FC236}">
                <a16:creationId xmlns:a16="http://schemas.microsoft.com/office/drawing/2014/main" id="{66976BDC-2192-4EA5-BDE5-F1C5E269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D9D9D9"/>
                </a:solidFill>
                <a:latin typeface="Arial"/>
                <a:ea typeface="Arial"/>
                <a:cs typeface="Arial"/>
              </a:rPr>
              <a:t>Rendimos espíritu, alma y cuerpo.</a:t>
            </a:r>
          </a:p>
        </p:txBody>
      </p:sp>
      <p:sp>
        <p:nvSpPr>
          <p:cNvPr id="9" name="response-line">
            <a:extLst xmlns:a="http://schemas.openxmlformats.org/drawingml/2006/main">
              <a:ext uri="{FF2B5EF4-FFF2-40B4-BE49-F238E27FC236}">
                <a16:creationId xmlns:a16="http://schemas.microsoft.com/office/drawing/2014/main" id="{0B5CF843-3614-492C-82BB-F35B9743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c30e995e44ec5"/>
          <a:stretch xmlns:a="http://schemas.openxmlformats.org/drawingml/2006/main"/>
        </p:blipFill>
        <p:spPr>
          <a:xfrm xmlns:a="http://schemas.openxmlformats.org/drawingml/2006/main">
            <a:off x="8752243" y="6019800"/>
            <a:ext cx="383463" cy="514350"/>
          </a:xfrm>
          <a:prstGeom xmlns:a="http://schemas.openxmlformats.org/drawingml/2006/main" prst="rect">
            <a:avLst/>
          </a:prstGeom>
        </p:spPr>
      </p:pic>
      <p:sp>
        <p:nvSpPr>
          <p:cNvPr id="1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843001E-A45B-475D-A03B-C806CF45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5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9643502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AF47859A-434C-4FAC-A4F6-59828642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175B2105-3370-42E9-BEE3-A4E9DBE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8A201E9C-B3F1-4F73-8E62-24DDEB57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0e4c896ab43c4"/>
          <a:stretch xmlns:a="http://schemas.openxmlformats.org/drawingml/2006/main"/>
        </p:blipFill>
        <p:spPr>
          <a:xfrm xmlns:a="http://schemas.openxmlformats.org/drawingml/2006/main">
            <a:off x="5613120" y="1123950"/>
            <a:ext cx="965759" cy="1295400"/>
          </a:xfrm>
          <a:prstGeom xmlns:a="http://schemas.openxmlformats.org/drawingml/2006/main" prst="rect">
            <a:avLst/>
          </a:prstGeom>
        </p:spPr>
      </p:pic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8580DFE-DE9A-4492-8CBE-3EDB9C26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  <p:sp>
        <p:nvSpPr>
          <p:cNvPr id="6" name="close-bar">
            <a:extLst xmlns:a="http://schemas.openxmlformats.org/drawingml/2006/main">
              <a:ext uri="{FF2B5EF4-FFF2-40B4-BE49-F238E27FC236}">
                <a16:creationId xmlns:a16="http://schemas.microsoft.com/office/drawing/2014/main" id="{EEC24E4C-BFDE-41D4-BE24-2B71816E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92C79147-9EA5-4726-B544-141FC946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Generación Selfie</a:t>
            </a:r>
          </a:p>
        </p:txBody>
      </p:sp>
    </p:spTree>
    <p:extLst>
      <p:ext uri="{BB962C8B-B14F-4D97-AF65-F5344CB8AC3E}">
        <p14:creationId xmlns:p14="http://schemas.microsoft.com/office/powerpoint/2010/main" val="972525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2026-06-20T04:35:31.6960000Z</dcterms:created>
  <dcterms:modified xsi:type="dcterms:W3CDTF">2026-06-20T04:35:31.6960000Z</dcterms:modified>
</coreProperties>
</file>