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f96b7abdc4445" /><Relationship Type="http://schemas.openxmlformats.org/officeDocument/2006/relationships/extended-properties" Target="/docProps/app.xml" Id="Rdef4d24d02534cef" /><Relationship Type="http://schemas.openxmlformats.org/officeDocument/2006/relationships/officeDocument" Target="/ppt/presentation.xml" Id="R1032d7a3d788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3713f4a1949b4"/>
  </p:sldMasterIdLst>
  <p:notesMasterIdLst>
    <p:notesMasterId xmlns:r="http://schemas.openxmlformats.org/officeDocument/2006/relationships" r:id="Ra8b677b1090745c5"/>
  </p:notesMasterIdLst>
  <p:sldIdLst>
    <p:sldId xmlns:r="http://schemas.openxmlformats.org/officeDocument/2006/relationships" id="256" r:id="Ra9640c9c9c1640d7"/>
    <p:sldId xmlns:r="http://schemas.openxmlformats.org/officeDocument/2006/relationships" id="257" r:id="Red5d6fc927144901"/>
    <p:sldId xmlns:r="http://schemas.openxmlformats.org/officeDocument/2006/relationships" id="258" r:id="Rcbf40cb29f154eac"/>
    <p:sldId xmlns:r="http://schemas.openxmlformats.org/officeDocument/2006/relationships" id="259" r:id="Rafcb0a5e2942470e"/>
    <p:sldId xmlns:r="http://schemas.openxmlformats.org/officeDocument/2006/relationships" id="260" r:id="Rc39c7442dcec42f3"/>
    <p:sldId xmlns:r="http://schemas.openxmlformats.org/officeDocument/2006/relationships" id="261" r:id="R336e9b9ad23d4e77"/>
    <p:sldId xmlns:r="http://schemas.openxmlformats.org/officeDocument/2006/relationships" id="262" r:id="R08ea1d8a444144d1"/>
    <p:sldId xmlns:r="http://schemas.openxmlformats.org/officeDocument/2006/relationships" id="263" r:id="Rbc6584a90b53431b"/>
    <p:sldId xmlns:r="http://schemas.openxmlformats.org/officeDocument/2006/relationships" id="264" r:id="Ref1cb119f68b4fdc"/>
    <p:sldId xmlns:r="http://schemas.openxmlformats.org/officeDocument/2006/relationships" id="265" r:id="R0af8e58fb2164b94"/>
    <p:sldId xmlns:r="http://schemas.openxmlformats.org/officeDocument/2006/relationships" id="266" r:id="Rbaf08575a7d245b0"/>
    <p:sldId xmlns:r="http://schemas.openxmlformats.org/officeDocument/2006/relationships" id="267" r:id="R03195b4615bd41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85367f3e74e71" /><Relationship Type="http://schemas.openxmlformats.org/officeDocument/2006/relationships/slideMaster" Target="/ppt/slideMasters/slideMaster1.xml" Id="R8833713f4a1949b4" /><Relationship Type="http://schemas.openxmlformats.org/officeDocument/2006/relationships/notesMaster" Target="/ppt/notesMasters/notesMaster1.xml" Id="Ra8b677b1090745c5" /><Relationship Type="http://schemas.openxmlformats.org/officeDocument/2006/relationships/presProps" Target="/ppt/presProps.xml" Id="Rbd301d84ecdf441c" /><Relationship Type="http://schemas.openxmlformats.org/officeDocument/2006/relationships/tableStyles" Target="/ppt/tableStyles.xml" Id="R5f94a0194c404e04" /><Relationship Type="http://schemas.openxmlformats.org/officeDocument/2006/relationships/slide" Target="/ppt/slides/slide1.xml" Id="Ra9640c9c9c1640d7" /><Relationship Type="http://schemas.openxmlformats.org/officeDocument/2006/relationships/slide" Target="/ppt/slides/slide2.xml" Id="Red5d6fc927144901" /><Relationship Type="http://schemas.openxmlformats.org/officeDocument/2006/relationships/slide" Target="/ppt/slides/slide3.xml" Id="Rcbf40cb29f154eac" /><Relationship Type="http://schemas.openxmlformats.org/officeDocument/2006/relationships/slide" Target="/ppt/slides/slide4.xml" Id="Rafcb0a5e2942470e" /><Relationship Type="http://schemas.openxmlformats.org/officeDocument/2006/relationships/slide" Target="/ppt/slides/slide5.xml" Id="Rc39c7442dcec42f3" /><Relationship Type="http://schemas.openxmlformats.org/officeDocument/2006/relationships/slide" Target="/ppt/slides/slide6.xml" Id="R336e9b9ad23d4e77" /><Relationship Type="http://schemas.openxmlformats.org/officeDocument/2006/relationships/slide" Target="/ppt/slides/slide7.xml" Id="R08ea1d8a444144d1" /><Relationship Type="http://schemas.openxmlformats.org/officeDocument/2006/relationships/slide" Target="/ppt/slides/slide8.xml" Id="Rbc6584a90b53431b" /><Relationship Type="http://schemas.openxmlformats.org/officeDocument/2006/relationships/slide" Target="/ppt/slides/slide9.xml" Id="Ref1cb119f68b4fdc" /><Relationship Type="http://schemas.openxmlformats.org/officeDocument/2006/relationships/slide" Target="/ppt/slides/slide10.xml" Id="R0af8e58fb2164b94" /><Relationship Type="http://schemas.openxmlformats.org/officeDocument/2006/relationships/slide" Target="/ppt/slides/slide11.xml" Id="Rbaf08575a7d245b0" /><Relationship Type="http://schemas.openxmlformats.org/officeDocument/2006/relationships/slide" Target="/ppt/slides/slide12.xml" Id="R03195b4615bd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180bc6019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23a50e3b514816" /><Relationship Type="http://schemas.openxmlformats.org/officeDocument/2006/relationships/notesMaster" Target="/ppt/notesMasters/notesMaster1.xml" Id="R8c169a06b8964b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f70d4c53bc457b" /><Relationship Type="http://schemas.openxmlformats.org/officeDocument/2006/relationships/notesMaster" Target="/ppt/notesMasters/notesMaster1.xml" Id="R93b668935a634a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5aa7f4e32b467f" /><Relationship Type="http://schemas.openxmlformats.org/officeDocument/2006/relationships/notesMaster" Target="/ppt/notesMasters/notesMaster1.xml" Id="Rdb14d0a920af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891736f5d43c5" /><Relationship Type="http://schemas.openxmlformats.org/officeDocument/2006/relationships/notesMaster" Target="/ppt/notesMasters/notesMaster1.xml" Id="R36a3c0045a0b45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5c6d446bf4ac1" /><Relationship Type="http://schemas.openxmlformats.org/officeDocument/2006/relationships/notesMaster" Target="/ppt/notesMasters/notesMaster1.xml" Id="Rc939ff69c06645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f397075fc44d40" /><Relationship Type="http://schemas.openxmlformats.org/officeDocument/2006/relationships/notesMaster" Target="/ppt/notesMasters/notesMaster1.xml" Id="Rba630efc34614f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a27de382234cfa" /><Relationship Type="http://schemas.openxmlformats.org/officeDocument/2006/relationships/notesMaster" Target="/ppt/notesMasters/notesMaster1.xml" Id="Rfe66bded98e644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1d7af2e2fa41b9" /><Relationship Type="http://schemas.openxmlformats.org/officeDocument/2006/relationships/notesMaster" Target="/ppt/notesMasters/notesMaster1.xml" Id="R47b5f62e72cd46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2e4cf9d424659" /><Relationship Type="http://schemas.openxmlformats.org/officeDocument/2006/relationships/notesMaster" Target="/ppt/notesMasters/notesMaster1.xml" Id="R9a8169af6c134b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977c98a584642" /><Relationship Type="http://schemas.openxmlformats.org/officeDocument/2006/relationships/notesMaster" Target="/ppt/notesMasters/notesMaster1.xml" Id="R7a26610bafcd4e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f1890d936849a5" /><Relationship Type="http://schemas.openxmlformats.org/officeDocument/2006/relationships/notesMaster" Target="/ppt/notesMasters/notesMaster1.xml" Id="R48b39bc538f849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846c3c69154f35" /><Relationship Type="http://schemas.openxmlformats.org/officeDocument/2006/relationships/notesMaster" Target="/ppt/notesMasters/notesMaster1.xml" Id="Rea04bea373a4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be5bf04814b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c76dd55364ae0" /><Relationship Type="http://schemas.openxmlformats.org/officeDocument/2006/relationships/slideLayout" Target="/ppt/slideLayouts/slideLayout1.xml" Id="Rc7e28ccf65f2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28ccf65f2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c4da701c8430a" /><Relationship Type="http://schemas.openxmlformats.org/officeDocument/2006/relationships/image" Target="/ppt/media/image.png" Id="Ra9d7f4319d4b48b5" /><Relationship Type="http://schemas.openxmlformats.org/officeDocument/2006/relationships/notesSlide" Target="/ppt/notesSlides/notesSlide1.xml" Id="Rd2e5947ad172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8e6047f5643d5" /><Relationship Type="http://schemas.openxmlformats.org/officeDocument/2006/relationships/image" Target="/ppt/media/image2.png" Id="R89afbb36c8704309" /><Relationship Type="http://schemas.openxmlformats.org/officeDocument/2006/relationships/notesSlide" Target="/ppt/notesSlides/notesSlide2.xml" Id="Rfd104a773ba54f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1b978e3554886" /><Relationship Type="http://schemas.openxmlformats.org/officeDocument/2006/relationships/image" Target="/ppt/media/image3.png" Id="R653bec627f794eb8" /><Relationship Type="http://schemas.openxmlformats.org/officeDocument/2006/relationships/notesSlide" Target="/ppt/notesSlides/notesSlide3.xml" Id="R623c18a2578d44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5d5e925824f99" /><Relationship Type="http://schemas.openxmlformats.org/officeDocument/2006/relationships/image" Target="/ppt/media/image4.png" Id="R0576e173ce1b4772" /><Relationship Type="http://schemas.openxmlformats.org/officeDocument/2006/relationships/notesSlide" Target="/ppt/notesSlides/notesSlide4.xml" Id="R7f2c5e248ee4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a0d6047244fdf" /><Relationship Type="http://schemas.openxmlformats.org/officeDocument/2006/relationships/image" Target="/ppt/media/image5.png" Id="Rb0cfd2a6a1224485" /><Relationship Type="http://schemas.openxmlformats.org/officeDocument/2006/relationships/notesSlide" Target="/ppt/notesSlides/notesSlide5.xml" Id="Rbf56695a87ba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0625dc9b44ab" /><Relationship Type="http://schemas.openxmlformats.org/officeDocument/2006/relationships/image" Target="/ppt/media/image6.png" Id="Rb53b3557701b46ba" /><Relationship Type="http://schemas.openxmlformats.org/officeDocument/2006/relationships/notesSlide" Target="/ppt/notesSlides/notesSlide6.xml" Id="R81ad7114336b4d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41b3643894370" /><Relationship Type="http://schemas.openxmlformats.org/officeDocument/2006/relationships/image" Target="/ppt/media/image7.png" Id="Rab1f270717324e89" /><Relationship Type="http://schemas.openxmlformats.org/officeDocument/2006/relationships/notesSlide" Target="/ppt/notesSlides/notesSlide7.xml" Id="Re01b4265ebee4a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c58bb234d4bff" /><Relationship Type="http://schemas.openxmlformats.org/officeDocument/2006/relationships/image" Target="/ppt/media/image8.png" Id="R60b9fd6ccbc846e6" /><Relationship Type="http://schemas.openxmlformats.org/officeDocument/2006/relationships/notesSlide" Target="/ppt/notesSlides/notesSlide8.xml" Id="Rc0cbbd213f2c41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283f96e1a4e15" /><Relationship Type="http://schemas.openxmlformats.org/officeDocument/2006/relationships/image" Target="/ppt/media/image9.png" Id="Reb7dd1a612a545d0" /><Relationship Type="http://schemas.openxmlformats.org/officeDocument/2006/relationships/notesSlide" Target="/ppt/notesSlides/notesSlide9.xml" Id="Rfeb08fb7f05d4b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90f49932b48c3" /><Relationship Type="http://schemas.openxmlformats.org/officeDocument/2006/relationships/image" Target="/ppt/media/image10.png" Id="R46e26fed5d284afe" /><Relationship Type="http://schemas.openxmlformats.org/officeDocument/2006/relationships/notesSlide" Target="/ppt/notesSlides/notesSlide10.xml" Id="R4fb2b2dd564e4c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a88433285475f" /><Relationship Type="http://schemas.openxmlformats.org/officeDocument/2006/relationships/image" Target="/ppt/media/image11.png" Id="R84c14c3b2aba4ada" /><Relationship Type="http://schemas.openxmlformats.org/officeDocument/2006/relationships/notesSlide" Target="/ppt/notesSlides/notesSlide11.xml" Id="R38eed61fb8fb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c8d046c814ce2" /><Relationship Type="http://schemas.openxmlformats.org/officeDocument/2006/relationships/image" Target="/ppt/media/image12.png" Id="R053ed3740b1e41d3" /><Relationship Type="http://schemas.openxmlformats.org/officeDocument/2006/relationships/notesSlide" Target="/ppt/notesSlides/notesSlide12.xml" Id="R40e0062a77a548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1E1C09E-BAF1-46D9-9342-BC372EB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FEBEEC1B-A950-43AB-AE2E-5005304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9A0782C-22F7-4987-98F2-FF73C897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CA9BD75D-6F80-4DB5-9004-15B6E51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C8230D2-32A7-4D03-A769-D308408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13F05B9-F7EB-40C6-9529-E88CC386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81C9C96-09BC-4A58-87D1-CE5AEF2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9B6FB2C-E105-4F9A-BDF6-BA32AAC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710DFBEC-C7C1-477C-A872-0E89C59F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DEFC95D-1A45-401B-B585-03BABF6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84B0459-6B2F-46AF-889F-B2A4AFE8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95C4365-CE56-4870-A763-139B2730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645FAB3-0F87-4092-B06E-B0290DF9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D87A6FA-23E6-420C-AEC6-90D4977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AEF1BD4-F91A-42D8-B8C9-6286A49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0EE3700-3113-4F3E-B606-1E689FE7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F84B720-A55E-4581-B3D0-9A753178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83A92B6-99EB-4E2F-9F4D-34D36AF5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2F3BC2A-38BA-46F8-AF87-A8D34DEA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E4BE014-11EF-4C3D-A807-29967911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A1EC2F5-3EEC-411F-AF64-7036EA5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A9BF2A4B-E6C6-406E-97BD-A0776793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8BC9603A-1851-4315-9C68-FFADF8FA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AEA5CB8-D7F4-4CEE-A09E-34B3D27B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E9280B6-7670-4CBB-A3BB-05F32C1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8891FB2C-CD80-446C-A9F4-6448B65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51FCCCA-DED9-4C7F-9B27-D93006AE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0D8F0AD7-DB37-4545-8AEC-BA905CFC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B716CB7-E759-4114-920E-42CADCB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DC1D6A34-D39B-48AC-A7D3-E57E0AEE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7A381D8-9FBC-4396-9441-BF6B939A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F4B2BF2-F82A-41CA-9DE5-BC58822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9386FFD6-C803-492D-84AE-467156A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16B35C2F-730D-412B-9FB3-837BD92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E479141-8235-4023-BAB1-90642142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d-impact-bar">
            <a:extLst xmlns:a="http://schemas.openxmlformats.org/drawingml/2006/main">
              <a:ext uri="{FF2B5EF4-FFF2-40B4-BE49-F238E27FC236}">
                <a16:creationId xmlns:a16="http://schemas.microsoft.com/office/drawing/2014/main" id="{7AD22C1C-009D-430B-8F7D-6BF7681E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range-impact-bar">
            <a:extLst xmlns:a="http://schemas.openxmlformats.org/drawingml/2006/main">
              <a:ext uri="{FF2B5EF4-FFF2-40B4-BE49-F238E27FC236}">
                <a16:creationId xmlns:a16="http://schemas.microsoft.com/office/drawing/2014/main" id="{79C55C75-BBDF-46EB-983D-E15D9B83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753476D2-97A4-491C-AE1D-1C85614E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9" name="label-dot">
            <a:extLst xmlns:a="http://schemas.openxmlformats.org/drawingml/2006/main">
              <a:ext uri="{FF2B5EF4-FFF2-40B4-BE49-F238E27FC236}">
                <a16:creationId xmlns:a16="http://schemas.microsoft.com/office/drawing/2014/main" id="{94BEF333-319A-4956-B902-74F4D8A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abel-text">
            <a:extLst xmlns:a="http://schemas.openxmlformats.org/drawingml/2006/main">
              <a:ext uri="{FF2B5EF4-FFF2-40B4-BE49-F238E27FC236}">
                <a16:creationId xmlns:a16="http://schemas.microsoft.com/office/drawing/2014/main" id="{042DD027-86B2-4FC4-881A-1A05160F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SERIE BASE</a:t>
            </a:r>
          </a:p>
        </p:txBody>
      </p:sp>
      <p:sp>
        <p:nvSpPr>
          <p:cNvPr id="41" name="script-generacion">
            <a:extLst xmlns:a="http://schemas.openxmlformats.org/drawingml/2006/main">
              <a:ext uri="{FF2B5EF4-FFF2-40B4-BE49-F238E27FC236}">
                <a16:creationId xmlns:a16="http://schemas.microsoft.com/office/drawing/2014/main" id="{A192C1A0-6F60-44DD-A0C0-550DE451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</a:t>
            </a:r>
          </a:p>
        </p:txBody>
      </p:sp>
      <p:sp>
        <p:nvSpPr>
          <p:cNvPr id="42" name="title-selfie">
            <a:extLst xmlns:a="http://schemas.openxmlformats.org/drawingml/2006/main">
              <a:ext uri="{FF2B5EF4-FFF2-40B4-BE49-F238E27FC236}">
                <a16:creationId xmlns:a16="http://schemas.microsoft.com/office/drawing/2014/main" id="{A03F4299-999C-4B5D-B668-B178754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76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3" name="subtitle">
            <a:extLst xmlns:a="http://schemas.openxmlformats.org/drawingml/2006/main">
              <a:ext uri="{FF2B5EF4-FFF2-40B4-BE49-F238E27FC236}">
                <a16:creationId xmlns:a16="http://schemas.microsoft.com/office/drawing/2014/main" id="{62F9A36A-4667-4C9A-850F-05BA9B98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D9D9D9"/>
                </a:solidFill>
                <a:latin typeface="Arial"/>
                <a:ea typeface="Arial"/>
                <a:cs typeface="Arial"/>
              </a:rPr>
              <a:t>¿Qué ves cuando te ves?</a:t>
            </a:r>
          </a:p>
        </p:txBody>
      </p:sp>
      <p:sp>
        <p:nvSpPr>
          <p:cNvPr id="44" name="cover-phone-outer">
            <a:extLst xmlns:a="http://schemas.openxmlformats.org/drawingml/2006/main">
              <a:ext uri="{FF2B5EF4-FFF2-40B4-BE49-F238E27FC236}">
                <a16:creationId xmlns:a16="http://schemas.microsoft.com/office/drawing/2014/main" id="{411F0301-3392-4100-AF9D-33441E7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2647950" cy="490537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45" name="cover-phone-screen">
            <a:extLst xmlns:a="http://schemas.openxmlformats.org/drawingml/2006/main">
              <a:ext uri="{FF2B5EF4-FFF2-40B4-BE49-F238E27FC236}">
                <a16:creationId xmlns:a16="http://schemas.microsoft.com/office/drawing/2014/main" id="{2E4BE30B-7C8C-4294-B434-E89C583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222885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46" name="cover-phone-speaker">
            <a:extLst xmlns:a="http://schemas.openxmlformats.org/drawingml/2006/main">
              <a:ext uri="{FF2B5EF4-FFF2-40B4-BE49-F238E27FC236}">
                <a16:creationId xmlns:a16="http://schemas.microsoft.com/office/drawing/2014/main" id="{AE5836BF-A77E-4402-A53E-CE527ECE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08585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ver-phone-button">
            <a:extLst xmlns:a="http://schemas.openxmlformats.org/drawingml/2006/main">
              <a:ext uri="{FF2B5EF4-FFF2-40B4-BE49-F238E27FC236}">
                <a16:creationId xmlns:a16="http://schemas.microsoft.com/office/drawing/2014/main" id="{F73D75D7-9949-4A1A-91F0-D47582D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863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48" name="cover-phone-corner-tl-h">
            <a:extLst xmlns:a="http://schemas.openxmlformats.org/drawingml/2006/main">
              <a:ext uri="{FF2B5EF4-FFF2-40B4-BE49-F238E27FC236}">
                <a16:creationId xmlns:a16="http://schemas.microsoft.com/office/drawing/2014/main" id="{44E9C9B6-AD3F-4023-B29E-D9E45FD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ver-phone-corner-tl-v">
            <a:extLst xmlns:a="http://schemas.openxmlformats.org/drawingml/2006/main">
              <a:ext uri="{FF2B5EF4-FFF2-40B4-BE49-F238E27FC236}">
                <a16:creationId xmlns:a16="http://schemas.microsoft.com/office/drawing/2014/main" id="{7DA14614-EE40-4D1A-AE54-889AE91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ver-phone-corner-br-h">
            <a:extLst xmlns:a="http://schemas.openxmlformats.org/drawingml/2006/main">
              <a:ext uri="{FF2B5EF4-FFF2-40B4-BE49-F238E27FC236}">
                <a16:creationId xmlns:a16="http://schemas.microsoft.com/office/drawing/2014/main" id="{635C353F-65D0-4816-A48F-49A2050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5292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ver-phone-corner-br-v">
            <a:extLst xmlns:a="http://schemas.openxmlformats.org/drawingml/2006/main">
              <a:ext uri="{FF2B5EF4-FFF2-40B4-BE49-F238E27FC236}">
                <a16:creationId xmlns:a16="http://schemas.microsoft.com/office/drawing/2014/main" id="{5CF4B667-7B18-4C24-A57D-73A0D57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766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ver-phone-ui-left">
            <a:extLst xmlns:a="http://schemas.openxmlformats.org/drawingml/2006/main">
              <a:ext uri="{FF2B5EF4-FFF2-40B4-BE49-F238E27FC236}">
                <a16:creationId xmlns:a16="http://schemas.microsoft.com/office/drawing/2014/main" id="{7F891EFD-D28A-4B1D-8901-015C9B64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3" name="cover-phone-ui-right">
            <a:extLst xmlns:a="http://schemas.openxmlformats.org/drawingml/2006/main">
              <a:ext uri="{FF2B5EF4-FFF2-40B4-BE49-F238E27FC236}">
                <a16:creationId xmlns:a16="http://schemas.microsoft.com/office/drawing/2014/main" id="{EA3FD491-7EFA-43D9-A08E-BD1E16E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7f4319d4b48b5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5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2755F34-DFDF-4AF8-A7BD-1B47347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87136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78808B9-2404-4CCA-B6AE-EBE01547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E9D127F-12CF-4BD4-8FE2-8CFE44F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30641D01-208A-4ED3-A357-02ABEA51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28D4E2C2-8BBB-48AC-B48B-65FF816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D441D35-1F4C-4BAD-8EB1-8FFCDC1E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4D31D85-BEB7-4D15-84FD-6B60EFBE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00173F3-24B3-4268-A9C5-EEA448B7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A50823C-1502-4AED-92AD-E33D0C0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D4B2CB7-D3A9-40AB-8924-92BF0C3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206C91F-8D90-4E89-B4E3-817963A2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F62965CE-533C-4567-ABA3-5A6D1122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CF335FC-76A3-450B-AD62-837367C6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E8924CB-C8DB-410D-B9A4-B1BF051A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6D1850E2-7A04-45E2-8311-B016ACE0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2ABFD1E-4F68-4177-B43C-B4E1DEF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18CCD8E-9E7A-45FD-9F5F-A7115EB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2B09967-448C-429E-9EA4-8BF2E65B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E01AD4AB-E4CB-4FEB-98DD-B9057ACD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0AD838E-6326-4936-90A5-11560E2A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73E6B019-A372-4266-86C3-5A97F62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C37A24BC-90A1-4B97-A715-3896A5C0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3EC40285-E0BD-4187-8FC5-ACC72F87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33EE8BBB-D6F1-4994-BD78-EE824741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D21A83C-F2C6-42BF-81D9-D15B4F64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9172803-E597-46C1-9440-C3527644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91E79CF4-33BE-486B-8FD3-31FEEF2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86200C0-268E-4AF7-ADB3-E013775C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8F7EA440-178B-4701-B793-5BC0A792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0D8B4DFC-9281-477A-BD03-D2619709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429B5046-5956-4EFA-A253-EEACB2C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8B9A603-E1FF-4222-98EE-E648C464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CE10EEC3-50EB-476E-A83F-CEE01507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DCF51962-03EE-444F-A493-F9F08DFF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B06D9A0F-B43B-4A73-894E-75216828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01090FED-F181-4C67-B9C3-F938B4D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DA6B8395-313A-4D34-B7A9-1DC0FB88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96378DB2-9D3F-433F-83A3-0808D189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C35810CF-6F31-46A4-A3B0-0F3C992A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057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MENSAJE</a:t>
            </a:r>
          </a:p>
        </p:txBody>
      </p:sp>
      <p:sp>
        <p:nvSpPr>
          <p:cNvPr id="39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57B6144A-8DCA-4C9B-BC80-59632B1C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7239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Espíritu,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 y cuerpo</a:t>
            </a:r>
          </a:p>
        </p:txBody>
      </p:sp>
      <p:sp>
        <p:nvSpPr>
          <p:cNvPr id="4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E01D5E1-2C75-4E17-8439-4EF54486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eld-label-0">
            <a:extLst xmlns:a="http://schemas.openxmlformats.org/drawingml/2006/main">
              <a:ext uri="{FF2B5EF4-FFF2-40B4-BE49-F238E27FC236}">
                <a16:creationId xmlns:a16="http://schemas.microsoft.com/office/drawing/2014/main" id="{35EB033A-A0FC-4D55-8039-6B2D841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TEXTO BASE</a:t>
            </a:r>
          </a:p>
        </p:txBody>
      </p:sp>
      <p:sp>
        <p:nvSpPr>
          <p:cNvPr id="42" name="field-value-0">
            <a:extLst xmlns:a="http://schemas.openxmlformats.org/drawingml/2006/main">
              <a:ext uri="{FF2B5EF4-FFF2-40B4-BE49-F238E27FC236}">
                <a16:creationId xmlns:a16="http://schemas.microsoft.com/office/drawing/2014/main" id="{7C5CE8AC-B39A-47E3-815A-1A2BEF92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00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1 Tesalonicenses 5:23</a:t>
            </a:r>
          </a:p>
        </p:txBody>
      </p:sp>
      <p:sp>
        <p:nvSpPr>
          <p:cNvPr id="43" name="field-line-0">
            <a:extLst xmlns:a="http://schemas.openxmlformats.org/drawingml/2006/main">
              <a:ext uri="{FF2B5EF4-FFF2-40B4-BE49-F238E27FC236}">
                <a16:creationId xmlns:a16="http://schemas.microsoft.com/office/drawing/2014/main" id="{1D2D09A4-2006-489F-BCAE-F95484A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eld-label-1">
            <a:extLst xmlns:a="http://schemas.openxmlformats.org/drawingml/2006/main">
              <a:ext uri="{FF2B5EF4-FFF2-40B4-BE49-F238E27FC236}">
                <a16:creationId xmlns:a16="http://schemas.microsoft.com/office/drawing/2014/main" id="{2D93F366-4885-4A98-8469-7AEDF37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45" name="field-value-1">
            <a:extLst xmlns:a="http://schemas.openxmlformats.org/drawingml/2006/main">
              <a:ext uri="{FF2B5EF4-FFF2-40B4-BE49-F238E27FC236}">
                <a16:creationId xmlns:a16="http://schemas.microsoft.com/office/drawing/2014/main" id="{2D858A9D-E59D-4BF3-85D5-390EDE70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577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Reunión / fecha</a:t>
            </a:r>
          </a:p>
        </p:txBody>
      </p:sp>
      <p:sp>
        <p:nvSpPr>
          <p:cNvPr id="46" name="field-line-1">
            <a:extLst xmlns:a="http://schemas.openxmlformats.org/drawingml/2006/main">
              <a:ext uri="{FF2B5EF4-FFF2-40B4-BE49-F238E27FC236}">
                <a16:creationId xmlns:a16="http://schemas.microsoft.com/office/drawing/2014/main" id="{0D8D7AF4-A634-4B72-913B-B4757EA7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ield-label-2">
            <a:extLst xmlns:a="http://schemas.openxmlformats.org/drawingml/2006/main">
              <a:ext uri="{FF2B5EF4-FFF2-40B4-BE49-F238E27FC236}">
                <a16:creationId xmlns:a16="http://schemas.microsoft.com/office/drawing/2014/main" id="{22557A90-BFE5-4F55-AD1B-E756116D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SERIE</a:t>
            </a:r>
          </a:p>
        </p:txBody>
      </p:sp>
      <p:sp>
        <p:nvSpPr>
          <p:cNvPr id="48" name="field-value-2">
            <a:extLst xmlns:a="http://schemas.openxmlformats.org/drawingml/2006/main">
              <a:ext uri="{FF2B5EF4-FFF2-40B4-BE49-F238E27FC236}">
                <a16:creationId xmlns:a16="http://schemas.microsoft.com/office/drawing/2014/main" id="{AAF451D7-5955-4334-ABD3-00BA4FAB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Generación Selfie</a:t>
            </a:r>
          </a:p>
        </p:txBody>
      </p:sp>
      <p:sp>
        <p:nvSpPr>
          <p:cNvPr id="49" name="field-line-2">
            <a:extLst xmlns:a="http://schemas.openxmlformats.org/drawingml/2006/main">
              <a:ext uri="{FF2B5EF4-FFF2-40B4-BE49-F238E27FC236}">
                <a16:creationId xmlns:a16="http://schemas.microsoft.com/office/drawing/2014/main" id="{C9E9F1CC-7DF0-4863-BE79-74C148D1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essage-phone-outer">
            <a:extLst xmlns:a="http://schemas.openxmlformats.org/drawingml/2006/main">
              <a:ext uri="{FF2B5EF4-FFF2-40B4-BE49-F238E27FC236}">
                <a16:creationId xmlns:a16="http://schemas.microsoft.com/office/drawing/2014/main" id="{BA0395FB-B806-402D-9F8C-1855E0F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47750"/>
            <a:ext cx="2047875" cy="38290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51" name="message-phone-screen">
            <a:extLst xmlns:a="http://schemas.openxmlformats.org/drawingml/2006/main">
              <a:ext uri="{FF2B5EF4-FFF2-40B4-BE49-F238E27FC236}">
                <a16:creationId xmlns:a16="http://schemas.microsoft.com/office/drawing/2014/main" id="{61C2A29D-DD49-4234-9C3E-B42347F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16287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52" name="message-phone-speaker">
            <a:extLst xmlns:a="http://schemas.openxmlformats.org/drawingml/2006/main">
              <a:ext uri="{FF2B5EF4-FFF2-40B4-BE49-F238E27FC236}">
                <a16:creationId xmlns:a16="http://schemas.microsoft.com/office/drawing/2014/main" id="{A31A3DA2-02A6-456E-ADE7-E70854B8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25730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essage-phone-button">
            <a:extLst xmlns:a="http://schemas.openxmlformats.org/drawingml/2006/main">
              <a:ext uri="{FF2B5EF4-FFF2-40B4-BE49-F238E27FC236}">
                <a16:creationId xmlns:a16="http://schemas.microsoft.com/office/drawing/2014/main" id="{BF3CE071-1518-407F-898A-86A751D2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43815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54" name="message-phone-corner-tl-h">
            <a:extLst xmlns:a="http://schemas.openxmlformats.org/drawingml/2006/main">
              <a:ext uri="{FF2B5EF4-FFF2-40B4-BE49-F238E27FC236}">
                <a16:creationId xmlns:a16="http://schemas.microsoft.com/office/drawing/2014/main" id="{94563CD0-698C-4E0B-90D3-DE2B33A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essage-phone-corner-tl-v">
            <a:extLst xmlns:a="http://schemas.openxmlformats.org/drawingml/2006/main">
              <a:ext uri="{FF2B5EF4-FFF2-40B4-BE49-F238E27FC236}">
                <a16:creationId xmlns:a16="http://schemas.microsoft.com/office/drawing/2014/main" id="{D17D594D-AEFB-4CC8-B340-278A49E1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essage-phone-corner-br-h">
            <a:extLst xmlns:a="http://schemas.openxmlformats.org/drawingml/2006/main">
              <a:ext uri="{FF2B5EF4-FFF2-40B4-BE49-F238E27FC236}">
                <a16:creationId xmlns:a16="http://schemas.microsoft.com/office/drawing/2014/main" id="{509E7D3D-A828-4376-A776-B9539569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480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ssage-phone-corner-br-v">
            <a:extLst xmlns:a="http://schemas.openxmlformats.org/drawingml/2006/main">
              <a:ext uri="{FF2B5EF4-FFF2-40B4-BE49-F238E27FC236}">
                <a16:creationId xmlns:a16="http://schemas.microsoft.com/office/drawing/2014/main" id="{FEEBD267-3524-4D4D-9039-4059280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718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essage-phone-ui-left">
            <a:extLst xmlns:a="http://schemas.openxmlformats.org/drawingml/2006/main">
              <a:ext uri="{FF2B5EF4-FFF2-40B4-BE49-F238E27FC236}">
                <a16:creationId xmlns:a16="http://schemas.microsoft.com/office/drawing/2014/main" id="{F7CAD960-0C17-4BEE-B829-650249B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9" name="message-phone-ui-right">
            <a:extLst xmlns:a="http://schemas.openxmlformats.org/drawingml/2006/main">
              <a:ext uri="{FF2B5EF4-FFF2-40B4-BE49-F238E27FC236}">
                <a16:creationId xmlns:a16="http://schemas.microsoft.com/office/drawing/2014/main" id="{D2A93D39-9BBE-416D-84C1-C4458CA1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624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fbb36c8704309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2DF92A7E-A6E1-4551-8495-C54FCE6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097683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E6B58290-3832-45B0-915D-65AC81CC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50828550-657A-4251-9FD6-16CE924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2F1EA14B-486F-4A8A-86ED-F6DF537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60D93438-09E2-4E09-9F27-425645AC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E326BBD0-9782-4642-8417-3BB947B1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039BD493-4462-46CF-B97F-A504A87F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2200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PREGUNTA DISPARADORA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DB635F06-F406-4EA3-9ED6-2970B525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0363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parte de nosotros está tomando</a:t>
            </a:r>
          </a:p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control?</a:t>
            </a:r>
          </a:p>
        </p:txBody>
      </p:sp>
      <p:sp>
        <p:nvSpPr>
          <p:cNvPr id="8" name="question-line">
            <a:extLst xmlns:a="http://schemas.openxmlformats.org/drawingml/2006/main">
              <a:ext uri="{FF2B5EF4-FFF2-40B4-BE49-F238E27FC236}">
                <a16:creationId xmlns:a16="http://schemas.microsoft.com/office/drawing/2014/main" id="{C60360A5-112B-4422-BAA6-A1F4FED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lens">
            <a:extLst xmlns:a="http://schemas.openxmlformats.org/drawingml/2006/main">
              <a:ext uri="{FF2B5EF4-FFF2-40B4-BE49-F238E27FC236}">
                <a16:creationId xmlns:a16="http://schemas.microsoft.com/office/drawing/2014/main" id="{E5FC08E5-832F-4E3C-A079-D7F8AAFB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4A2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bec627f794eb8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A7CCF2A6-5CEC-4F92-887D-250BFA0C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751241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9BD54926-2D64-41C1-A8FF-0F92D30B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F9DB544C-4BCA-4D5D-A56E-B060E458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255B8C3-5E71-40DC-AC78-A452DE8B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452AC3E-7A8F-4FBC-A353-619EABB6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7F65384-8B08-44B1-9DF9-AD6FFF46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EF9BC3C-F66A-4B62-94C2-C2266E0B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1E41ACB-39AA-4E8B-B74A-07D67D0D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70C306C-1B18-44C4-9217-5F1893B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B097D35-8493-43A2-810A-BBF7EEF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A1A95E5-6FC4-43BD-9EDB-E5AA2ED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3013741-EA1E-448E-9C50-7936431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A0BD2D66-D5AD-41B8-8043-38D8A93E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2399C91-E88E-49B1-8389-2870146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01B6075-E19E-4545-804A-D1B86EA1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E39FE5D-6718-49E9-8AF8-327A2A7D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7A447D6-EECE-4E7A-9696-C167206B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BDBF137-F74A-4D19-9788-AB581D9A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6713426-E7C1-4720-B10A-3A7DE7F9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2E4DAE9B-98FA-4B7E-A003-D329DC4F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4FC46046-2185-40A2-93A6-6F8436A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8C1E38C9-C1F7-46C8-91D9-C1BCC512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0B9A80AB-40AE-4971-9F22-E3306AA4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25C93EE4-77EE-455C-9D06-DBA60F71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9948943-6514-4EE9-84F7-30F8D6B0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272AB12A-F757-451C-8509-9D49023F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CC552631-5400-46E5-B3BF-D1E0C477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14EBCD2D-3EDE-4F9E-8A49-E875B5AA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52D075F-652A-4A31-A71A-FD3F15B3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459A961-E734-4405-8C06-071510EB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BE09EF6-48D8-4399-B840-7A0950A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1E192B43-E973-4D72-B02B-C4CE7135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238FC7CC-29EF-4D61-9579-85992F0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E9A7E3F-650A-4BBB-B65B-D16ADFA8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CFE5D57A-4562-4D41-A088-2AD5DB93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FC89C241-A061-4C4D-9792-B83935B7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42D61E9A-1271-4942-9EF6-0C52A6C9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DE4C998D-D738-4B32-9FC5-FFB9536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8C5298F3-28C8-42A4-84EA-B28F9C11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TEXTO BÍBLICO</a:t>
            </a:r>
          </a:p>
        </p:txBody>
      </p:sp>
      <p:sp>
        <p:nvSpPr>
          <p:cNvPr id="39" name="scripture-box">
            <a:extLst xmlns:a="http://schemas.openxmlformats.org/drawingml/2006/main">
              <a:ext uri="{FF2B5EF4-FFF2-40B4-BE49-F238E27FC236}">
                <a16:creationId xmlns:a16="http://schemas.microsoft.com/office/drawing/2014/main" id="{6824821D-60F8-4DAB-94F2-7D819F8A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895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0" name="scripture-accent">
            <a:extLst xmlns:a="http://schemas.openxmlformats.org/drawingml/2006/main">
              <a:ext uri="{FF2B5EF4-FFF2-40B4-BE49-F238E27FC236}">
                <a16:creationId xmlns:a16="http://schemas.microsoft.com/office/drawing/2014/main" id="{3753A2A5-F34C-4FF5-BC9F-12D6059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114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ripture-main">
            <a:extLst xmlns:a="http://schemas.openxmlformats.org/drawingml/2006/main">
              <a:ext uri="{FF2B5EF4-FFF2-40B4-BE49-F238E27FC236}">
                <a16:creationId xmlns:a16="http://schemas.microsoft.com/office/drawing/2014/main" id="{3DB92B98-4D89-4DD6-8B94-9CEC25EE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52625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del pasaje bíblico principal.</a:t>
            </a:r>
          </a:p>
          <a:p xmlns:a="http://schemas.openxmlformats.org/drawingml/2006/main">
            <a:pPr>
              <a:defRPr sz="33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Este espacio está preparado para una cita larga sin perder claridad al proyectar.</a:t>
            </a:r>
          </a:p>
        </p:txBody>
      </p:sp>
      <p:sp>
        <p:nvSpPr>
          <p:cNvPr id="42" name="scripture-ref">
            <a:extLst xmlns:a="http://schemas.openxmlformats.org/drawingml/2006/main">
              <a:ext uri="{FF2B5EF4-FFF2-40B4-BE49-F238E27FC236}">
                <a16:creationId xmlns:a16="http://schemas.microsoft.com/office/drawing/2014/main" id="{736C9A33-C2EB-4C2B-BA2E-784F1B00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005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REFERENCIA DESTACADA</a:t>
            </a:r>
          </a:p>
        </p:txBody>
      </p:sp>
      <p:sp>
        <p:nvSpPr>
          <p:cNvPr id="43" name="scripture-frame-ghost">
            <a:extLst xmlns:a="http://schemas.openxmlformats.org/drawingml/2006/main">
              <a:ext uri="{FF2B5EF4-FFF2-40B4-BE49-F238E27FC236}">
                <a16:creationId xmlns:a16="http://schemas.microsoft.com/office/drawing/2014/main" id="{448A3CA7-813A-4253-A880-518D0D43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762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6e173ce1b4772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D6E6215-4D66-459A-B123-5A96D968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874089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13315FE1-A1A4-4CD7-A101-654A3D4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6E6D4E75-0BB6-42BE-8555-2276779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3C2A35EB-DCB6-487E-84E4-0BD48BE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rner-top-h">
            <a:extLst xmlns:a="http://schemas.openxmlformats.org/drawingml/2006/main">
              <a:ext uri="{FF2B5EF4-FFF2-40B4-BE49-F238E27FC236}">
                <a16:creationId xmlns:a16="http://schemas.microsoft.com/office/drawing/2014/main" id="{0A32FDAE-B6FA-4D54-8FDF-027F0277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rner-top-v">
            <a:extLst xmlns:a="http://schemas.openxmlformats.org/drawingml/2006/main">
              <a:ext uri="{FF2B5EF4-FFF2-40B4-BE49-F238E27FC236}">
                <a16:creationId xmlns:a16="http://schemas.microsoft.com/office/drawing/2014/main" id="{75B1BC39-4067-45E1-B884-F82F3E0B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rner-bottom-h">
            <a:extLst xmlns:a="http://schemas.openxmlformats.org/drawingml/2006/main">
              <a:ext uri="{FF2B5EF4-FFF2-40B4-BE49-F238E27FC236}">
                <a16:creationId xmlns:a16="http://schemas.microsoft.com/office/drawing/2014/main" id="{F441B3DE-2FE4-4342-9ACD-DE60786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rner-bottom-v">
            <a:extLst xmlns:a="http://schemas.openxmlformats.org/drawingml/2006/main">
              <a:ext uri="{FF2B5EF4-FFF2-40B4-BE49-F238E27FC236}">
                <a16:creationId xmlns:a16="http://schemas.microsoft.com/office/drawing/2014/main" id="{784E6AAF-DF12-4701-9C8E-8684793B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entral-idea">
            <a:extLst xmlns:a="http://schemas.openxmlformats.org/drawingml/2006/main">
              <a:ext uri="{FF2B5EF4-FFF2-40B4-BE49-F238E27FC236}">
                <a16:creationId xmlns:a16="http://schemas.microsoft.com/office/drawing/2014/main" id="{47F32851-C6F2-4974-820B-87504BFB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574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</a:t>
            </a:r>
          </a:p>
        </p:txBody>
      </p:sp>
      <p:sp>
        <p:nvSpPr>
          <p:cNvPr id="9" name="central-highlight">
            <a:extLst xmlns:a="http://schemas.openxmlformats.org/drawingml/2006/main">
              <a:ext uri="{FF2B5EF4-FFF2-40B4-BE49-F238E27FC236}">
                <a16:creationId xmlns:a16="http://schemas.microsoft.com/office/drawing/2014/main" id="{AFF90C69-D4CD-4BE5-AD56-4B742EF9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alimentamos</a:t>
            </a:r>
          </a:p>
        </p:txBody>
      </p:sp>
      <p:sp>
        <p:nvSpPr>
          <p:cNvPr id="10" name="central-close">
            <a:extLst xmlns:a="http://schemas.openxmlformats.org/drawingml/2006/main">
              <a:ext uri="{FF2B5EF4-FFF2-40B4-BE49-F238E27FC236}">
                <a16:creationId xmlns:a16="http://schemas.microsoft.com/office/drawing/2014/main" id="{933D8F40-0D21-475A-91B3-247F10D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76625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fortalece.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fd2a6a1224485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F1C28120-F869-40B7-B763-9ABACCF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902359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87B11BF-74E3-49D4-B133-917B130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FABA0D92-7656-4E70-9C2E-8152DAD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63FE1C1B-F8E6-46B7-9678-C66CCD9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0069B22-FF0C-4F0C-BD25-19B3D19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D424667-3E1D-48A1-AFCB-FD238CBA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1C08DBDB-0910-4A07-AC91-232B9DB9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2CF71CDD-FC37-44A6-8873-1F61E502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2DC072C-7F77-4BC2-83FE-F76C257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DC9D191-281C-42A4-BDE1-2EF75005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E1BDC9AC-B140-4E65-9246-7E78EE5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3E5B5A8-E519-4677-8A04-C0EACF3C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7564F95C-A130-49A3-9EB8-5C9F2C2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D951247-853B-483E-BC2C-96709262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E323A43-44B9-4576-85B2-18E2017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FA3935B-DB0D-47E2-8230-6992BD6B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24629D2-F6C9-4CC3-A3EA-D1148B41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699A6FD-180D-4377-98A6-AC43022C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058D0B4-BA41-401E-BE48-B73B6A0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CF70A6D-1034-4D8B-9408-89D00E2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4331269D-50D6-4EB4-9898-DDCB4E6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43F6B729-592C-4DE9-B31F-9A9A314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79C1C1D-88C8-4A65-88F9-C59DFD9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E26399FB-976A-4B7B-9F84-C9BD0806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6DDDA5C5-7C47-424A-88E3-BF1BB37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A24B2E6B-B70A-4ACF-B209-1A67AFE3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7BECA08-5C17-40C0-B6DC-F70C0DC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B8C26E1B-AE81-451D-B7C2-A7C2B33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B97D051-F46B-492C-B55A-67DD1D4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BC0BAED9-3EE9-40DC-96A1-0CE62F5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4093850-962F-47D6-B560-2CFDE17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F2CA7A5E-62CF-4DC1-8267-6BCA227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DC467954-D980-4DA5-88A7-88B9B36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0F6418C1-F028-4895-9628-283E63D7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F6C1F2E7-08A7-4FA0-8799-BD69B67F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934269F4-A18F-4766-87C6-4AAFB59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AD0F7A9D-8B36-4F83-9F0D-B13FD2CF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FA73E6BC-6479-4BDF-9FE2-0B1FE1C9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45ADFD51-82CF-40FF-97B8-84210FC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MAPA DEL MENSAJE</a:t>
            </a:r>
          </a:p>
        </p:txBody>
      </p:sp>
      <p:sp>
        <p:nvSpPr>
          <p:cNvPr id="39" name="map-title">
            <a:extLst xmlns:a="http://schemas.openxmlformats.org/drawingml/2006/main">
              <a:ext uri="{FF2B5EF4-FFF2-40B4-BE49-F238E27FC236}">
                <a16:creationId xmlns:a16="http://schemas.microsoft.com/office/drawing/2014/main" id="{A7343DEB-4BAC-4EF1-87EF-C15822E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429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lentes para mirar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somos</a:t>
            </a:r>
          </a:p>
        </p:txBody>
      </p:sp>
      <p:sp>
        <p:nvSpPr>
          <p:cNvPr id="40" name="map-card-0">
            <a:extLst xmlns:a="http://schemas.openxmlformats.org/drawingml/2006/main">
              <a:ext uri="{FF2B5EF4-FFF2-40B4-BE49-F238E27FC236}">
                <a16:creationId xmlns:a16="http://schemas.microsoft.com/office/drawing/2014/main" id="{04B7092B-F214-4FEB-9E2C-52888F88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map-num-0">
            <a:extLst xmlns:a="http://schemas.openxmlformats.org/drawingml/2006/main">
              <a:ext uri="{FF2B5EF4-FFF2-40B4-BE49-F238E27FC236}">
                <a16:creationId xmlns:a16="http://schemas.microsoft.com/office/drawing/2014/main" id="{189DC11C-6750-455E-B2C6-C40D7DD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2" name="map-heading-0">
            <a:extLst xmlns:a="http://schemas.openxmlformats.org/drawingml/2006/main">
              <a:ext uri="{FF2B5EF4-FFF2-40B4-BE49-F238E27FC236}">
                <a16:creationId xmlns:a16="http://schemas.microsoft.com/office/drawing/2014/main" id="{6F084612-1B09-4398-9461-B6E5FE0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3" name="map-body-0">
            <a:extLst xmlns:a="http://schemas.openxmlformats.org/drawingml/2006/main">
              <a:ext uri="{FF2B5EF4-FFF2-40B4-BE49-F238E27FC236}">
                <a16:creationId xmlns:a16="http://schemas.microsoft.com/office/drawing/2014/main" id="{6DC6B3B9-E3C5-4366-96AD-3C8836D7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despierta y guía en nosotros.</a:t>
            </a:r>
          </a:p>
        </p:txBody>
      </p:sp>
      <p:sp>
        <p:nvSpPr>
          <p:cNvPr id="44" name="map-card-1">
            <a:extLst xmlns:a="http://schemas.openxmlformats.org/drawingml/2006/main">
              <a:ext uri="{FF2B5EF4-FFF2-40B4-BE49-F238E27FC236}">
                <a16:creationId xmlns:a16="http://schemas.microsoft.com/office/drawing/2014/main" id="{69A7FFB5-DAF6-4F47-933E-FE26D895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5" name="map-num-1">
            <a:extLst xmlns:a="http://schemas.openxmlformats.org/drawingml/2006/main">
              <a:ext uri="{FF2B5EF4-FFF2-40B4-BE49-F238E27FC236}">
                <a16:creationId xmlns:a16="http://schemas.microsoft.com/office/drawing/2014/main" id="{B273922C-2009-4402-A37E-8D85A30C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6" name="map-heading-1">
            <a:extLst xmlns:a="http://schemas.openxmlformats.org/drawingml/2006/main">
              <a:ext uri="{FF2B5EF4-FFF2-40B4-BE49-F238E27FC236}">
                <a16:creationId xmlns:a16="http://schemas.microsoft.com/office/drawing/2014/main" id="{1CAA2902-C868-4A8E-BEC1-82900DC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</a:t>
            </a:r>
          </a:p>
        </p:txBody>
      </p:sp>
      <p:sp>
        <p:nvSpPr>
          <p:cNvPr id="47" name="map-body-1">
            <a:extLst xmlns:a="http://schemas.openxmlformats.org/drawingml/2006/main">
              <a:ext uri="{FF2B5EF4-FFF2-40B4-BE49-F238E27FC236}">
                <a16:creationId xmlns:a16="http://schemas.microsoft.com/office/drawing/2014/main" id="{09A2A00B-D535-4E76-BB26-B03454EA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Pensamientos, emociones, deseos y decisiones.</a:t>
            </a:r>
          </a:p>
        </p:txBody>
      </p:sp>
      <p:sp>
        <p:nvSpPr>
          <p:cNvPr id="48" name="map-card-2">
            <a:extLst xmlns:a="http://schemas.openxmlformats.org/drawingml/2006/main">
              <a:ext uri="{FF2B5EF4-FFF2-40B4-BE49-F238E27FC236}">
                <a16:creationId xmlns:a16="http://schemas.microsoft.com/office/drawing/2014/main" id="{A88BEDE4-5837-436B-B011-05A7294D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9" name="map-num-2">
            <a:extLst xmlns:a="http://schemas.openxmlformats.org/drawingml/2006/main">
              <a:ext uri="{FF2B5EF4-FFF2-40B4-BE49-F238E27FC236}">
                <a16:creationId xmlns:a16="http://schemas.microsoft.com/office/drawing/2014/main" id="{F52850F5-E8D3-4342-9E4D-0A09FA5E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0" name="map-heading-2">
            <a:extLst xmlns:a="http://schemas.openxmlformats.org/drawingml/2006/main">
              <a:ext uri="{FF2B5EF4-FFF2-40B4-BE49-F238E27FC236}">
                <a16:creationId xmlns:a16="http://schemas.microsoft.com/office/drawing/2014/main" id="{CD8E1505-6037-4EA4-9F46-9AFF0ED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51" name="map-body-2">
            <a:extLst xmlns:a="http://schemas.openxmlformats.org/drawingml/2006/main">
              <a:ext uri="{FF2B5EF4-FFF2-40B4-BE49-F238E27FC236}">
                <a16:creationId xmlns:a16="http://schemas.microsoft.com/office/drawing/2014/main" id="{79DC2572-7B75-4747-9032-B716D657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visible, los hábitos y nuestras acciones.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b3557701b46ba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5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840A63F-BE74-49E7-BC20-E2D9955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16359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E365D250-F0DB-4D02-9040-A83A416F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FEE5F8FC-FD75-4C7C-805A-B1610D2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A690B5B-C146-41CD-ADE8-09AE8E2E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655D671-4540-46B4-8763-99D66614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55A347A-0377-4DE3-8713-EC82CCB6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BAD4BD7B-8C51-4D20-A8A7-BE255E3C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786E281-F73E-4958-971A-EF0FD1A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50E44F9-78C9-4CD6-B91C-F855640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1524DFC-C5DA-4A2F-9EA7-EB4CBED1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51C5516-A9EF-4B8C-9250-A68F04DF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0BDAE9A-75F7-4F81-9713-449CA12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79EE8C9C-AB4C-430D-A6FE-41103CB7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3D54EA2-E7E4-446C-9546-0457040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0BC2A66-7095-443C-BD96-F268ACB5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2927255-9905-466D-A1E8-C48706E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4176D2D-5A22-487F-9A66-573FC7AF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8FEC1FD-5DFD-4A10-AFC7-D3CDE579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58DDFDD9-8BE4-4611-91F3-A73F2A7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6D7C557-8D5C-4BE6-8841-A2FD57CD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0594422-F373-473E-8B19-CC8E424F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9A7EA2C4-9A64-4399-B767-F52EC4ED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2F53B28-F935-475F-BFF9-2F6C63C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94AF7421-2327-4A27-BAD8-9754587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5D0EF39B-8F2A-4E48-9C1E-B5D87746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AB431E5-162E-4BA8-AE8D-550CEAF1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FBF655F-BE03-4178-A368-64115E7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DA7B35D-6638-4BCC-A80B-406C9E20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05D80F9-6CBE-48EA-8142-864E5D29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9235072-426E-4935-8DB8-1032BD8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2EBAF6AF-9626-43CB-B9BF-C59E61D6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6FF1951C-DEE5-4DDE-912B-B0B4DDE9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0CFDD86-8760-4695-9A6E-A032D6DF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31051D8F-E40D-43CF-BA19-BE2005FD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E62A4B9-65BE-4D95-BC9D-DD9DC7C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681AF1AB-D3A8-4388-A3F7-4E72390C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0FFD4D34-25F5-4704-B636-7456889C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3563C706-CC58-4419-9839-41FF6C7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D50E6AC9-84B8-4FEA-9ABD-63788FE7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628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PUNTO PRINCIPAL</a:t>
            </a:r>
          </a:p>
        </p:txBody>
      </p:sp>
      <p:sp>
        <p:nvSpPr>
          <p:cNvPr id="39" name="point-kicker">
            <a:extLst xmlns:a="http://schemas.openxmlformats.org/drawingml/2006/main">
              <a:ext uri="{FF2B5EF4-FFF2-40B4-BE49-F238E27FC236}">
                <a16:creationId xmlns:a16="http://schemas.microsoft.com/office/drawing/2014/main" id="{24265FF6-3531-4C45-86F1-A225A5C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PUNTO 1</a:t>
            </a:r>
          </a:p>
        </p:txBody>
      </p:sp>
      <p:sp>
        <p:nvSpPr>
          <p:cNvPr id="40" name="point-title">
            <a:extLst xmlns:a="http://schemas.openxmlformats.org/drawingml/2006/main">
              <a:ext uri="{FF2B5EF4-FFF2-40B4-BE49-F238E27FC236}">
                <a16:creationId xmlns:a16="http://schemas.microsoft.com/office/drawing/2014/main" id="{248B9734-D25A-4367-9EB1-1A37F73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Título corto editable</a:t>
            </a:r>
          </a:p>
        </p:txBody>
      </p:sp>
      <p:sp>
        <p:nvSpPr>
          <p:cNvPr id="41" name="point-body">
            <a:extLst xmlns:a="http://schemas.openxmlformats.org/drawingml/2006/main">
              <a:ext uri="{FF2B5EF4-FFF2-40B4-BE49-F238E27FC236}">
                <a16:creationId xmlns:a16="http://schemas.microsoft.com/office/drawing/2014/main" id="{6DA1029E-B209-4225-B851-4E054C0B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57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D9D9D9"/>
                </a:solidFill>
                <a:latin typeface="Arial"/>
                <a:ea typeface="Arial"/>
                <a:cs typeface="Arial"/>
              </a:rPr>
              <a:t>Una frase de desarrollo para explicar la idea sin llenar demasiado la pantalla.</a:t>
            </a:r>
          </a:p>
        </p:txBody>
      </p:sp>
      <p:sp>
        <p:nvSpPr>
          <p:cNvPr id="42" name="visual-frame">
            <a:extLst xmlns:a="http://schemas.openxmlformats.org/drawingml/2006/main">
              <a:ext uri="{FF2B5EF4-FFF2-40B4-BE49-F238E27FC236}">
                <a16:creationId xmlns:a16="http://schemas.microsoft.com/office/drawing/2014/main" id="{CCE4AF38-03E9-4DDC-B5E0-A773FF3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571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5A5A"/>
            </a:solidFill>
            <a:prstDash val="solid"/>
          </a:ln>
        </p:spPr>
      </p:sp>
      <p:sp>
        <p:nvSpPr>
          <p:cNvPr id="43" name="visual-circle">
            <a:extLst xmlns:a="http://schemas.openxmlformats.org/drawingml/2006/main">
              <a:ext uri="{FF2B5EF4-FFF2-40B4-BE49-F238E27FC236}">
                <a16:creationId xmlns:a16="http://schemas.microsoft.com/office/drawing/2014/main" id="{B272F3E3-7B2A-4AC8-BB9F-F7B0910B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f270717324e89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031A6712-E117-43B5-A272-E797CC6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773351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E6AC9960-1BF8-4B35-A9E1-8DBAA0A5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AD5AE656-7433-404F-9C92-86DB2DB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9F135A3D-FF29-47E5-BEC8-F24A8BD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B586C57-7275-419B-B1CB-11DCE400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443B671-BB6B-43C5-AA8B-074D233D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E1C1C97-E3A2-4843-B32D-5D9461F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916725E-D63C-4693-B8F9-C1DFDF80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047B6F2-762B-4E51-B86B-DEA175A0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F3A4289-877D-478F-9F56-CEC7EE62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C415449-9647-458C-8555-6F79F9E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9B1836D1-CBAF-4045-97C8-CA6E2057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B045BC7B-9DC4-4F6F-99EA-D138E4F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32008A2-CB53-431E-AADB-EA3EDE3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157E1FF-0494-4FD1-9ADA-EC39095E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A7C5E1E-A35C-4A1F-8A16-A814527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E28F363-9F10-49CE-A697-421184CF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B41E629D-BFEC-400D-8008-0F6DB70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347DC772-C74F-4EED-8594-16160779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4A19351D-2C7E-478B-AF9C-7951E545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7DF7AAD-7914-4F1D-9336-533F8A4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AE81FA9-B8AF-4964-BEB5-9D917C13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012487A-F7B8-4BDA-9B16-F444505F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F8E6DBDE-6EFF-4259-9138-C9311555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41EF458-3BE2-4EF9-9FF4-42F0269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A482473-3A1B-450C-AE4A-D9811EE0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954556D-034E-4ED0-9FEF-5B5E7B1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A76EF571-5F5B-461E-9F3B-7956D5F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E192DEA-2AB5-4B1F-87E3-7216F7FD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8C80E2B-EDB9-4B5A-B2C4-62E831D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C9B9AAC-7CE7-454E-9B6B-DD0583B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3407C36-15B4-4B50-8163-4DFD5C12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D3B79832-B41C-4818-B28B-AD27A27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5D37CE5E-B812-45AB-B1FE-5F1F95F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CA9E9CFA-3206-4004-9F40-F38B1E16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07A8D6F-F90C-4D70-B3D7-837FC29B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32C1CDF1-A4C1-41DC-AA86-6E35884C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E648D427-04A3-4CB8-9156-00ACF189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5EA83BD2-7605-4200-8556-BE5243A2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819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ILUSTRACIÓN VISUAL</a:t>
            </a:r>
          </a:p>
        </p:txBody>
      </p:sp>
      <p:sp>
        <p:nvSpPr>
          <p:cNvPr id="39" name="media-title">
            <a:extLst xmlns:a="http://schemas.openxmlformats.org/drawingml/2006/main">
              <a:ext uri="{FF2B5EF4-FFF2-40B4-BE49-F238E27FC236}">
                <a16:creationId xmlns:a16="http://schemas.microsoft.com/office/drawing/2014/main" id="{842C4CD9-AF94-4AC5-AAB2-B54DF007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Espacio para imagen,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o captura</a:t>
            </a:r>
          </a:p>
        </p:txBody>
      </p:sp>
      <p:sp>
        <p:nvSpPr>
          <p:cNvPr id="40" name="media-body">
            <a:extLst xmlns:a="http://schemas.openxmlformats.org/drawingml/2006/main">
              <a:ext uri="{FF2B5EF4-FFF2-40B4-BE49-F238E27FC236}">
                <a16:creationId xmlns:a16="http://schemas.microsoft.com/office/drawing/2014/main" id="{7BE72257-5818-430A-BE61-B4EECB2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Usá este layout para ejemplos visuales, publicaciones, capturas o recursos multimedia.</a:t>
            </a:r>
          </a:p>
        </p:txBody>
      </p:sp>
      <p:sp>
        <p:nvSpPr>
          <p:cNvPr id="41" name="media-frame">
            <a:extLst xmlns:a="http://schemas.openxmlformats.org/drawingml/2006/main">
              <a:ext uri="{FF2B5EF4-FFF2-40B4-BE49-F238E27FC236}">
                <a16:creationId xmlns:a16="http://schemas.microsoft.com/office/drawing/2014/main" id="{89A0AA72-D559-488B-AB18-0BD7267A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media-corner-t-h">
            <a:extLst xmlns:a="http://schemas.openxmlformats.org/drawingml/2006/main">
              <a:ext uri="{FF2B5EF4-FFF2-40B4-BE49-F238E27FC236}">
                <a16:creationId xmlns:a16="http://schemas.microsoft.com/office/drawing/2014/main" id="{A8F3338C-4FBF-4885-8CE5-AC73B93B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dia-corner-t-v">
            <a:extLst xmlns:a="http://schemas.openxmlformats.org/drawingml/2006/main">
              <a:ext uri="{FF2B5EF4-FFF2-40B4-BE49-F238E27FC236}">
                <a16:creationId xmlns:a16="http://schemas.microsoft.com/office/drawing/2014/main" id="{65AD9343-61C6-49AB-AF4F-9B57135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edia-corner-b-h">
            <a:extLst xmlns:a="http://schemas.openxmlformats.org/drawingml/2006/main">
              <a:ext uri="{FF2B5EF4-FFF2-40B4-BE49-F238E27FC236}">
                <a16:creationId xmlns:a16="http://schemas.microsoft.com/office/drawing/2014/main" id="{C775BC0D-AC72-4C68-A868-BE01486F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97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dia-corner-b-v">
            <a:extLst xmlns:a="http://schemas.openxmlformats.org/drawingml/2006/main">
              <a:ext uri="{FF2B5EF4-FFF2-40B4-BE49-F238E27FC236}">
                <a16:creationId xmlns:a16="http://schemas.microsoft.com/office/drawing/2014/main" id="{8DE27E37-602E-42F1-ACF9-F66D1DF5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95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AA8FD59B-E87D-435F-960A-011AC71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INSERTAR</a:t>
            </a:r>
          </a:p>
          <a:p xmlns:a="http://schemas.openxmlformats.org/drawingml/2006/main">
            <a:pPr algn="ctr">
              <a:defRPr sz="3300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IMAGEN / VIDEO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9fd6ccbc846e6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4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BEA585B-520A-4E4D-9155-0FAF810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2060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350A3A46-13C2-430D-82C3-366C7D6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CC9C090-7AD1-4B44-B512-9B7D3425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976F7C3-0906-46ED-996A-3A482B6E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50DE74A6-5EA7-4F3E-A2F2-258F155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400D2EB-63FA-4838-A993-46028C41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1E87104-F262-4FD0-9FCA-CCFE0102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4246794-39C4-4882-B215-B1CB3CC0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5BC0F02-3A68-49FE-B3B9-67DAEBB7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6C1CAE2-F31C-4354-879F-47F8B0FD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E724469F-0603-4DA8-B19D-9545EDD6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D993BE7-03F0-4B80-858F-7C3A5656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3D5B8E2-4646-419F-977A-2181D3C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4C8C043-B369-42F5-97BB-3801CA03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AE169A0-ABBC-4403-B428-6C44419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6733956-5574-4533-AA52-EDC8AFCF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E7CF1FA-AC09-44F6-80E1-015CBF9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4549858-83F9-4EC4-8C4E-0939631D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659F032-A8EB-4B1B-B496-3301C82A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3383BBE-C9E8-4583-A30C-A8C5FCBC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B150CDB8-159B-4D05-A7AF-2366F99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F509CAED-EE98-42F4-9785-ADAE2A7D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7E3F606-F177-4058-8F66-C25C9E89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5ADB189E-44B2-42FC-951A-7E773F2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6169614B-1A43-4CAC-AB51-BCFDACE1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156878C-10EF-443F-B7CB-23DC365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99EB70B9-63C4-4CFA-B33D-9ECB7B5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B606A8A-F776-40AC-9B4C-1AC244D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D754FEED-21D7-4652-AB7B-80F1BD00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D221EEC8-16BB-46A8-AA0B-81684C1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C2FA95E-C835-481B-A9FA-D8C758E3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730B621B-C2A3-4C66-8B73-AE69473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BB3F5C11-2F94-479B-A397-780DC98E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E0311656-2049-4BA8-9D2A-E3EE2D9C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B872F4D2-A759-4658-8698-B3D9B85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5CF76D15-4AE1-457F-AB2C-536CCFFD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932541ED-5C11-4268-8ED6-5D8F044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A5E6CB40-2FCA-4BB8-8765-7E602403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81FE74D6-F4A3-4E20-9D52-A6566BBE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2105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CONTRASTE ESPIRITUAL</a:t>
            </a:r>
          </a:p>
        </p:txBody>
      </p:sp>
      <p:sp>
        <p:nvSpPr>
          <p:cNvPr id="39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B966C735-33A0-41D0-B61A-EE1847F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mostramos 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40" name="contrast-card-0">
            <a:extLst xmlns:a="http://schemas.openxmlformats.org/drawingml/2006/main">
              <a:ext uri="{FF2B5EF4-FFF2-40B4-BE49-F238E27FC236}">
                <a16:creationId xmlns:a16="http://schemas.microsoft.com/office/drawing/2014/main" id="{FE1DA644-FD46-4D3A-9EB6-3C8FB70C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contrast-heading-0">
            <a:extLst xmlns:a="http://schemas.openxmlformats.org/drawingml/2006/main">
              <a:ext uri="{FF2B5EF4-FFF2-40B4-BE49-F238E27FC236}">
                <a16:creationId xmlns:a16="http://schemas.microsoft.com/office/drawing/2014/main" id="{50180A2A-E38A-47FD-AE41-2E245E3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2" name="contrast-item-0-0">
            <a:extLst xmlns:a="http://schemas.openxmlformats.org/drawingml/2006/main">
              <a:ext uri="{FF2B5EF4-FFF2-40B4-BE49-F238E27FC236}">
                <a16:creationId xmlns:a16="http://schemas.microsoft.com/office/drawing/2014/main" id="{2EDB7FA9-EB20-4F99-81B2-26E01B80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Apariencia</a:t>
            </a:r>
          </a:p>
        </p:txBody>
      </p:sp>
      <p:sp>
        <p:nvSpPr>
          <p:cNvPr id="43" name="contrast-line-0-0">
            <a:extLst xmlns:a="http://schemas.openxmlformats.org/drawingml/2006/main">
              <a:ext uri="{FF2B5EF4-FFF2-40B4-BE49-F238E27FC236}">
                <a16:creationId xmlns:a16="http://schemas.microsoft.com/office/drawing/2014/main" id="{46D133C3-25DD-49A1-B30D-0CA8B8C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ntrast-item-0-1">
            <a:extLst xmlns:a="http://schemas.openxmlformats.org/drawingml/2006/main">
              <a:ext uri="{FF2B5EF4-FFF2-40B4-BE49-F238E27FC236}">
                <a16:creationId xmlns:a16="http://schemas.microsoft.com/office/drawing/2014/main" id="{F0A9B246-C596-433F-B22D-CD07D50D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45" name="contrast-line-0-1">
            <a:extLst xmlns:a="http://schemas.openxmlformats.org/drawingml/2006/main">
              <a:ext uri="{FF2B5EF4-FFF2-40B4-BE49-F238E27FC236}">
                <a16:creationId xmlns:a16="http://schemas.microsoft.com/office/drawing/2014/main" id="{1FA6B880-78BF-410D-BC2D-3129ACEA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ntrast-item-0-2">
            <a:extLst xmlns:a="http://schemas.openxmlformats.org/drawingml/2006/main">
              <a:ext uri="{FF2B5EF4-FFF2-40B4-BE49-F238E27FC236}">
                <a16:creationId xmlns:a16="http://schemas.microsoft.com/office/drawing/2014/main" id="{1AEE7A95-3DFC-46E2-8C7A-C170E149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muestro</a:t>
            </a:r>
          </a:p>
        </p:txBody>
      </p:sp>
      <p:sp>
        <p:nvSpPr>
          <p:cNvPr id="47" name="contrast-line-0-2">
            <a:extLst xmlns:a="http://schemas.openxmlformats.org/drawingml/2006/main">
              <a:ext uri="{FF2B5EF4-FFF2-40B4-BE49-F238E27FC236}">
                <a16:creationId xmlns:a16="http://schemas.microsoft.com/office/drawing/2014/main" id="{6BFC3ED5-5C82-4467-B71B-ED065FC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ntrast-item-0-3">
            <a:extLst xmlns:a="http://schemas.openxmlformats.org/drawingml/2006/main">
              <a:ext uri="{FF2B5EF4-FFF2-40B4-BE49-F238E27FC236}">
                <a16:creationId xmlns:a16="http://schemas.microsoft.com/office/drawing/2014/main" id="{C8EF1738-EC57-4478-A4E7-20E2699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Control propio</a:t>
            </a:r>
          </a:p>
        </p:txBody>
      </p:sp>
      <p:sp>
        <p:nvSpPr>
          <p:cNvPr id="49" name="contrast-line-0-3">
            <a:extLst xmlns:a="http://schemas.openxmlformats.org/drawingml/2006/main">
              <a:ext uri="{FF2B5EF4-FFF2-40B4-BE49-F238E27FC236}">
                <a16:creationId xmlns:a16="http://schemas.microsoft.com/office/drawing/2014/main" id="{F68F27C2-9133-4B06-922E-7B7B712A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ntrast-card-1">
            <a:extLst xmlns:a="http://schemas.openxmlformats.org/drawingml/2006/main">
              <a:ext uri="{FF2B5EF4-FFF2-40B4-BE49-F238E27FC236}">
                <a16:creationId xmlns:a16="http://schemas.microsoft.com/office/drawing/2014/main" id="{6A3532A8-0539-4768-B2BA-F791FA52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51" name="contrast-heading-1">
            <a:extLst xmlns:a="http://schemas.openxmlformats.org/drawingml/2006/main">
              <a:ext uri="{FF2B5EF4-FFF2-40B4-BE49-F238E27FC236}">
                <a16:creationId xmlns:a16="http://schemas.microsoft.com/office/drawing/2014/main" id="{7BD1F582-D002-49C4-B9FC-15FF589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Verdad</a:t>
            </a:r>
          </a:p>
        </p:txBody>
      </p:sp>
      <p:sp>
        <p:nvSpPr>
          <p:cNvPr id="52" name="contrast-item-1-0">
            <a:extLst xmlns:a="http://schemas.openxmlformats.org/drawingml/2006/main">
              <a:ext uri="{FF2B5EF4-FFF2-40B4-BE49-F238E27FC236}">
                <a16:creationId xmlns:a16="http://schemas.microsoft.com/office/drawing/2014/main" id="{7BD1C19B-F707-4508-B46A-4FE894C5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Interior</a:t>
            </a:r>
          </a:p>
        </p:txBody>
      </p:sp>
      <p:sp>
        <p:nvSpPr>
          <p:cNvPr id="53" name="contrast-line-1-0">
            <a:extLst xmlns:a="http://schemas.openxmlformats.org/drawingml/2006/main">
              <a:ext uri="{FF2B5EF4-FFF2-40B4-BE49-F238E27FC236}">
                <a16:creationId xmlns:a16="http://schemas.microsoft.com/office/drawing/2014/main" id="{5ECAB78B-01BC-4568-9197-914C2A4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ntrast-item-1-1">
            <a:extLst xmlns:a="http://schemas.openxmlformats.org/drawingml/2006/main">
              <a:ext uri="{FF2B5EF4-FFF2-40B4-BE49-F238E27FC236}">
                <a16:creationId xmlns:a16="http://schemas.microsoft.com/office/drawing/2014/main" id="{63FBD337-2AC4-4CF9-9952-E005B1A5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55" name="contrast-line-1-1">
            <a:extLst xmlns:a="http://schemas.openxmlformats.org/drawingml/2006/main">
              <a:ext uri="{FF2B5EF4-FFF2-40B4-BE49-F238E27FC236}">
                <a16:creationId xmlns:a16="http://schemas.microsoft.com/office/drawing/2014/main" id="{2F21E6B0-16C7-49C9-B23B-B321C592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ntrast-item-1-2">
            <a:extLst xmlns:a="http://schemas.openxmlformats.org/drawingml/2006/main">
              <a:ext uri="{FF2B5EF4-FFF2-40B4-BE49-F238E27FC236}">
                <a16:creationId xmlns:a16="http://schemas.microsoft.com/office/drawing/2014/main" id="{C44F8C40-D1EF-4B7A-BF75-54562A5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57" name="contrast-line-1-2">
            <a:extLst xmlns:a="http://schemas.openxmlformats.org/drawingml/2006/main">
              <a:ext uri="{FF2B5EF4-FFF2-40B4-BE49-F238E27FC236}">
                <a16:creationId xmlns:a16="http://schemas.microsoft.com/office/drawing/2014/main" id="{E524A655-1438-4D60-82E2-C0FC4BE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ntrast-item-1-3">
            <a:extLst xmlns:a="http://schemas.openxmlformats.org/drawingml/2006/main">
              <a:ext uri="{FF2B5EF4-FFF2-40B4-BE49-F238E27FC236}">
                <a16:creationId xmlns:a16="http://schemas.microsoft.com/office/drawing/2014/main" id="{51255C73-0DB9-4F91-9443-7DA66A2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76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Guía de Dios</a:t>
            </a:r>
          </a:p>
        </p:txBody>
      </p:sp>
      <p:sp>
        <p:nvSpPr>
          <p:cNvPr id="59" name="contrast-line-1-3">
            <a:extLst xmlns:a="http://schemas.openxmlformats.org/drawingml/2006/main">
              <a:ext uri="{FF2B5EF4-FFF2-40B4-BE49-F238E27FC236}">
                <a16:creationId xmlns:a16="http://schemas.microsoft.com/office/drawing/2014/main" id="{3E8574D3-E355-449E-98C1-A67984E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76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dd1a612a545d0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C1A2CC8-2F71-445B-8CB9-736528E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52096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8274B799-81D3-48D1-ACA3-0245E290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52B1BAEA-BCE3-472E-9921-07A2DC50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D88D99B-9745-4A35-AD75-EB663C9D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E3D3FA07-CC7E-4897-BAA8-1215C576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3E8D362-96E0-4F7B-841B-09FD56D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8B0FCB3-955D-41FE-917B-72CD7B4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B22F5C6-C37D-4665-98A1-5BBD11D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9C2D66B2-1B2F-434A-9DC5-B84C4DDD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BD58F70-69CC-471B-A22E-A8CCB58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D2183BED-63AC-4D44-A9B2-63468D42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AA4D44E-851C-464B-955A-D6D770E4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7E76DA9-0982-4938-83E8-51FCDAC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CDF58DBE-8EFA-486D-8120-BDF9B48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70181BAE-9EEE-4895-94FD-4908322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9721251-88B8-4D40-B55F-FFB2A84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B7F763A4-E53F-4021-B7B1-861AC3FF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BD268E2-E73A-4E30-BB0B-EB5F672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72C39EE-FF3B-4F31-A513-0FA1DCCC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3C5E7F0-0DF7-404C-8B5F-29A864A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DA14A88-A79E-4286-89C6-9C78EE2E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27CA280C-D5D6-4D03-B7C0-434A2D1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F7A5F495-1111-4158-8DA6-5CEA3139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BC5EC115-A1DE-4F9B-958F-21AB8D7D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3255642-F775-4432-8FB0-EF3C5C49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2348C2F-6CBA-459D-92B8-89D61A2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5C1AD3B-8178-4B62-90FD-4300EDE2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64C57DC-D386-4078-AFA8-346F5624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882066A-A4A7-4DAB-99BD-921BA4D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D6D1B24-1DD9-4EFB-A6A1-9662C6F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E51AFD5-648A-42CC-8FFA-9C8E551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6760CFF-D462-4FEA-A5EE-6A26F2A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16BC2FF1-D034-486E-ADBD-32B2D41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4C3915B-46FB-45AE-9C44-EEB04F0A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AB052E84-DA9C-4946-987F-9520B4A0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0A9AB48-93EC-40DF-B963-4F8B2C61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09238F95-FAF8-4236-A1E2-44C00A5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847353BF-7B01-4492-9EEF-11264BE4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9BE90BDF-1A5C-40E4-8AD5-ECE34ED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58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APLICACIÓN PRÁCTICA</a:t>
            </a:r>
          </a:p>
        </p:txBody>
      </p:sp>
      <p:sp>
        <p:nvSpPr>
          <p:cNvPr id="39" name="application-main">
            <a:extLst xmlns:a="http://schemas.openxmlformats.org/drawingml/2006/main">
              <a:ext uri="{FF2B5EF4-FFF2-40B4-BE49-F238E27FC236}">
                <a16:creationId xmlns:a16="http://schemas.microsoft.com/office/drawing/2014/main" id="{2ABB8A1D-FF75-44E7-85DA-88B94FB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Necesitamos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preguntarnos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estamos</a:t>
            </a:r>
          </a:p>
        </p:txBody>
      </p:sp>
      <p:sp>
        <p:nvSpPr>
          <p:cNvPr id="40" name="application-highlight">
            <a:extLst xmlns:a="http://schemas.openxmlformats.org/drawingml/2006/main">
              <a:ext uri="{FF2B5EF4-FFF2-40B4-BE49-F238E27FC236}">
                <a16:creationId xmlns:a16="http://schemas.microsoft.com/office/drawing/2014/main" id="{AE01D8BC-8AA9-49AB-A28A-05ED34B9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alimentando.</a:t>
            </a:r>
          </a:p>
        </p:txBody>
      </p:sp>
      <p:sp>
        <p:nvSpPr>
          <p:cNvPr id="41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BE8C4D74-F7B8-458D-9B46-09F804A4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D9D9D9"/>
                </a:solidFill>
                <a:latin typeface="Arial"/>
                <a:ea typeface="Arial"/>
                <a:cs typeface="Arial"/>
              </a:rPr>
              <a:t>Un desafío en primera persona plural para responder juntos, con claridad y cuidado pastoral.</a:t>
            </a:r>
          </a:p>
        </p:txBody>
      </p:sp>
      <p:sp>
        <p:nvSpPr>
          <p:cNvPr id="42" name="application-placeholder">
            <a:extLst xmlns:a="http://schemas.openxmlformats.org/drawingml/2006/main">
              <a:ext uri="{FF2B5EF4-FFF2-40B4-BE49-F238E27FC236}">
                <a16:creationId xmlns:a16="http://schemas.microsoft.com/office/drawing/2014/main" id="{72A7DAF3-4DA5-4FEE-9DDB-F3EEF406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286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6262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26fed5d284afe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4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03404A0-497F-4B94-9FAB-22C621F2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386021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FB56B31-6F86-479F-AF40-E42A105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62B398C-46CA-4959-AD77-FC13343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18E73DF9-E068-4E3E-8521-4FC25BB0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sponse-vignette">
            <a:extLst xmlns:a="http://schemas.openxmlformats.org/drawingml/2006/main">
              <a:ext uri="{FF2B5EF4-FFF2-40B4-BE49-F238E27FC236}">
                <a16:creationId xmlns:a16="http://schemas.microsoft.com/office/drawing/2014/main" id="{FCD2B99D-FD32-4B86-A446-A52358A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D1192080-D821-4748-AEE2-867E0B86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192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6" name="label-dot">
            <a:extLst xmlns:a="http://schemas.openxmlformats.org/drawingml/2006/main">
              <a:ext uri="{FF2B5EF4-FFF2-40B4-BE49-F238E27FC236}">
                <a16:creationId xmlns:a16="http://schemas.microsoft.com/office/drawing/2014/main" id="{C0D1C365-672C-4DFE-B602-E1CE6E3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333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">
            <a:extLst xmlns:a="http://schemas.openxmlformats.org/drawingml/2006/main">
              <a:ext uri="{FF2B5EF4-FFF2-40B4-BE49-F238E27FC236}">
                <a16:creationId xmlns:a16="http://schemas.microsoft.com/office/drawing/2014/main" id="{6F7EECC4-3EEF-4F4A-A1A5-311FD3C7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2954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MOMENTO DE RESPUESTA</a:t>
            </a:r>
          </a:p>
        </p:txBody>
      </p:sp>
      <p:sp>
        <p:nvSpPr>
          <p:cNvPr id="8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4C57136E-7974-4B1F-AAD7-4D144B58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Dios no mira solo la imagen.</a:t>
            </a:r>
          </a:p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Mira el corazón.</a:t>
            </a:r>
          </a:p>
        </p:txBody>
      </p:sp>
      <p:sp>
        <p:nvSpPr>
          <p:cNvPr id="9" name="response-subtitle">
            <a:extLst xmlns:a="http://schemas.openxmlformats.org/drawingml/2006/main">
              <a:ext uri="{FF2B5EF4-FFF2-40B4-BE49-F238E27FC236}">
                <a16:creationId xmlns:a16="http://schemas.microsoft.com/office/drawing/2014/main" id="{934F1D14-C06C-434C-B85F-DC1139A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Espacio para oración, reflexión o llamado final.</a:t>
            </a:r>
          </a:p>
        </p:txBody>
      </p:sp>
      <p:sp>
        <p:nvSpPr>
          <p:cNvPr id="10" name="response-line">
            <a:extLst xmlns:a="http://schemas.openxmlformats.org/drawingml/2006/main">
              <a:ext uri="{FF2B5EF4-FFF2-40B4-BE49-F238E27FC236}">
                <a16:creationId xmlns:a16="http://schemas.microsoft.com/office/drawing/2014/main" id="{81F002B6-3E4A-4B50-B310-5DFA50C7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14c3b2aba4ada"/>
          <a:stretch xmlns:a="http://schemas.openxmlformats.org/drawingml/2006/main"/>
        </p:blipFill>
        <p:spPr>
          <a:xfrm xmlns:a="http://schemas.openxmlformats.org/drawingml/2006/main">
            <a:off x="9740079" y="6191250"/>
            <a:ext cx="255642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7B9968B-8333-490C-9AED-72EEE804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5792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850500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5D50A5B-8B90-40C1-87B9-ECEA042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1E45E43-4EBB-4EE7-BF42-B078445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06BBD4EC-CEC7-4516-A97B-E410491D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ed3740b1e41d3"/>
          <a:stretch xmlns:a="http://schemas.openxmlformats.org/drawingml/2006/main"/>
        </p:blipFill>
        <p:spPr>
          <a:xfrm xmlns:a="http://schemas.openxmlformats.org/drawingml/2006/main">
            <a:off x="5613120" y="1123950"/>
            <a:ext cx="965759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31AC825-749D-49AA-B99A-4C0EEE4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  <p:sp>
        <p:nvSpPr>
          <p:cNvPr id="6" name="close-bar">
            <a:extLst xmlns:a="http://schemas.openxmlformats.org/drawingml/2006/main">
              <a:ext uri="{FF2B5EF4-FFF2-40B4-BE49-F238E27FC236}">
                <a16:creationId xmlns:a16="http://schemas.microsoft.com/office/drawing/2014/main" id="{34611B70-4E19-4C3B-A2FB-46D6EB4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A77AA408-2E59-442D-B5E7-7F21FD5F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Próxima reunión / fecha</a:t>
            </a:r>
          </a:p>
        </p:txBody>
      </p:sp>
    </p:spTree>
    <p:extLst>
      <p:ext uri="{BB962C8B-B14F-4D97-AF65-F5344CB8AC3E}">
        <p14:creationId xmlns:p14="http://schemas.microsoft.com/office/powerpoint/2010/main" val="1666325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2026-06-20T04:17:18.8650000Z</dcterms:created>
  <dcterms:modified xsi:type="dcterms:W3CDTF">2026-06-20T04:17:18.8650000Z</dcterms:modified>
</coreProperties>
</file>