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ca24923da04393" /><Relationship Type="http://schemas.openxmlformats.org/officeDocument/2006/relationships/extended-properties" Target="/docProps/app.xml" Id="Ra885eb10608a4703" /><Relationship Type="http://schemas.openxmlformats.org/officeDocument/2006/relationships/officeDocument" Target="/ppt/presentation.xml" Id="R5ccf90794f3446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9397445dc54c72"/>
  </p:sldMasterIdLst>
  <p:notesMasterIdLst>
    <p:notesMasterId xmlns:r="http://schemas.openxmlformats.org/officeDocument/2006/relationships" r:id="R9053508f0608472a"/>
  </p:notesMasterIdLst>
  <p:sldIdLst>
    <p:sldId xmlns:r="http://schemas.openxmlformats.org/officeDocument/2006/relationships" id="256" r:id="Rb0fe7e9924cb400a"/>
    <p:sldId xmlns:r="http://schemas.openxmlformats.org/officeDocument/2006/relationships" id="257" r:id="Raf09c79d1db84ab1"/>
    <p:sldId xmlns:r="http://schemas.openxmlformats.org/officeDocument/2006/relationships" id="258" r:id="Rcc9b55f8fa72472f"/>
    <p:sldId xmlns:r="http://schemas.openxmlformats.org/officeDocument/2006/relationships" id="259" r:id="R9f619288a87b43b0"/>
    <p:sldId xmlns:r="http://schemas.openxmlformats.org/officeDocument/2006/relationships" id="260" r:id="Rb74afe4fec49457f"/>
    <p:sldId xmlns:r="http://schemas.openxmlformats.org/officeDocument/2006/relationships" id="261" r:id="R14887a11a7e44527"/>
    <p:sldId xmlns:r="http://schemas.openxmlformats.org/officeDocument/2006/relationships" id="262" r:id="R28f415297a794fc5"/>
    <p:sldId xmlns:r="http://schemas.openxmlformats.org/officeDocument/2006/relationships" id="263" r:id="Rfdb30b155ac54dbb"/>
    <p:sldId xmlns:r="http://schemas.openxmlformats.org/officeDocument/2006/relationships" id="264" r:id="R09a0d751d0c6410e"/>
    <p:sldId xmlns:r="http://schemas.openxmlformats.org/officeDocument/2006/relationships" id="265" r:id="Rb3e4ba696c10401d"/>
    <p:sldId xmlns:r="http://schemas.openxmlformats.org/officeDocument/2006/relationships" id="266" r:id="Rc2a5f604b9db4f1b"/>
    <p:sldId xmlns:r="http://schemas.openxmlformats.org/officeDocument/2006/relationships" id="267" r:id="Ra7e92ea0e5804f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835431b1ac423a" /><Relationship Type="http://schemas.openxmlformats.org/officeDocument/2006/relationships/slideMaster" Target="/ppt/slideMasters/slideMaster1.xml" Id="R3c9397445dc54c72" /><Relationship Type="http://schemas.openxmlformats.org/officeDocument/2006/relationships/notesMaster" Target="/ppt/notesMasters/notesMaster1.xml" Id="R9053508f0608472a" /><Relationship Type="http://schemas.openxmlformats.org/officeDocument/2006/relationships/presProps" Target="/ppt/presProps.xml" Id="R83669a5195cd47b4" /><Relationship Type="http://schemas.openxmlformats.org/officeDocument/2006/relationships/tableStyles" Target="/ppt/tableStyles.xml" Id="R0729e0858eaa432f" /><Relationship Type="http://schemas.openxmlformats.org/officeDocument/2006/relationships/slide" Target="/ppt/slides/slide1.xml" Id="Rb0fe7e9924cb400a" /><Relationship Type="http://schemas.openxmlformats.org/officeDocument/2006/relationships/slide" Target="/ppt/slides/slide2.xml" Id="Raf09c79d1db84ab1" /><Relationship Type="http://schemas.openxmlformats.org/officeDocument/2006/relationships/slide" Target="/ppt/slides/slide3.xml" Id="Rcc9b55f8fa72472f" /><Relationship Type="http://schemas.openxmlformats.org/officeDocument/2006/relationships/slide" Target="/ppt/slides/slide4.xml" Id="R9f619288a87b43b0" /><Relationship Type="http://schemas.openxmlformats.org/officeDocument/2006/relationships/slide" Target="/ppt/slides/slide5.xml" Id="Rb74afe4fec49457f" /><Relationship Type="http://schemas.openxmlformats.org/officeDocument/2006/relationships/slide" Target="/ppt/slides/slide6.xml" Id="R14887a11a7e44527" /><Relationship Type="http://schemas.openxmlformats.org/officeDocument/2006/relationships/slide" Target="/ppt/slides/slide7.xml" Id="R28f415297a794fc5" /><Relationship Type="http://schemas.openxmlformats.org/officeDocument/2006/relationships/slide" Target="/ppt/slides/slide8.xml" Id="Rfdb30b155ac54dbb" /><Relationship Type="http://schemas.openxmlformats.org/officeDocument/2006/relationships/slide" Target="/ppt/slides/slide9.xml" Id="R09a0d751d0c6410e" /><Relationship Type="http://schemas.openxmlformats.org/officeDocument/2006/relationships/slide" Target="/ppt/slides/slide10.xml" Id="Rb3e4ba696c10401d" /><Relationship Type="http://schemas.openxmlformats.org/officeDocument/2006/relationships/slide" Target="/ppt/slides/slide11.xml" Id="Rc2a5f604b9db4f1b" /><Relationship Type="http://schemas.openxmlformats.org/officeDocument/2006/relationships/slide" Target="/ppt/slides/slide12.xml" Id="Ra7e92ea0e580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9777f00d3e4c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ad13af27342e9" /><Relationship Type="http://schemas.openxmlformats.org/officeDocument/2006/relationships/notesMaster" Target="/ppt/notesMasters/notesMaster1.xml" Id="R319e3f391aae41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3d9ec690fb4e00" /><Relationship Type="http://schemas.openxmlformats.org/officeDocument/2006/relationships/notesMaster" Target="/ppt/notesMasters/notesMaster1.xml" Id="Raebb9673c70a40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2315b4320c4412" /><Relationship Type="http://schemas.openxmlformats.org/officeDocument/2006/relationships/notesMaster" Target="/ppt/notesMasters/notesMaster1.xml" Id="R3462210cddd442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926a3233d44d53" /><Relationship Type="http://schemas.openxmlformats.org/officeDocument/2006/relationships/notesMaster" Target="/ppt/notesMasters/notesMaster1.xml" Id="R9527f5c5ea5349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6a8d0379d64548" /><Relationship Type="http://schemas.openxmlformats.org/officeDocument/2006/relationships/notesMaster" Target="/ppt/notesMasters/notesMaster1.xml" Id="Rc84ce8517ff347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cf70dee9804c7d" /><Relationship Type="http://schemas.openxmlformats.org/officeDocument/2006/relationships/notesMaster" Target="/ppt/notesMasters/notesMaster1.xml" Id="R6522c3a8e7594f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ce248e17e74e30" /><Relationship Type="http://schemas.openxmlformats.org/officeDocument/2006/relationships/notesMaster" Target="/ppt/notesMasters/notesMaster1.xml" Id="R58f14c8319d746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4128e3bc344cd5" /><Relationship Type="http://schemas.openxmlformats.org/officeDocument/2006/relationships/notesMaster" Target="/ppt/notesMasters/notesMaster1.xml" Id="R53def96b79d147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d9bfd9fccc472a" /><Relationship Type="http://schemas.openxmlformats.org/officeDocument/2006/relationships/notesMaster" Target="/ppt/notesMasters/notesMaster1.xml" Id="Rbbd948c6c7f841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820a5de9134fa3" /><Relationship Type="http://schemas.openxmlformats.org/officeDocument/2006/relationships/notesMaster" Target="/ppt/notesMasters/notesMaster1.xml" Id="Re8e67ff162f54c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1110feafea4e22" /><Relationship Type="http://schemas.openxmlformats.org/officeDocument/2006/relationships/notesMaster" Target="/ppt/notesMasters/notesMaster1.xml" Id="R333bcc4d0fae48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991b13d4114be6" /><Relationship Type="http://schemas.openxmlformats.org/officeDocument/2006/relationships/notesMaster" Target="/ppt/notesMasters/notesMaster1.xml" Id="R54a74fc75c5e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033ed56df47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34e51c23fb4cf3" /><Relationship Type="http://schemas.openxmlformats.org/officeDocument/2006/relationships/slideLayout" Target="/ppt/slideLayouts/slideLayout1.xml" Id="R711f0f8e39ce4d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f0f8e39ce4d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d697ba13a4242" /><Relationship Type="http://schemas.openxmlformats.org/officeDocument/2006/relationships/image" Target="/ppt/media/image.png" Id="R466fff454e1443d4" /><Relationship Type="http://schemas.openxmlformats.org/officeDocument/2006/relationships/notesSlide" Target="/ppt/notesSlides/notesSlide1.xml" Id="R02d3632cd10e45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b274f54a949a5" /><Relationship Type="http://schemas.openxmlformats.org/officeDocument/2006/relationships/image" Target="/ppt/media/image2.png" Id="R2a4778e25fe3452d" /><Relationship Type="http://schemas.openxmlformats.org/officeDocument/2006/relationships/notesSlide" Target="/ppt/notesSlides/notesSlide2.xml" Id="R6a1785a1602f4c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a2608e46f4551" /><Relationship Type="http://schemas.openxmlformats.org/officeDocument/2006/relationships/image" Target="/ppt/media/image3.png" Id="R52162e0d59de4294" /><Relationship Type="http://schemas.openxmlformats.org/officeDocument/2006/relationships/notesSlide" Target="/ppt/notesSlides/notesSlide3.xml" Id="R33d75be7164546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d1d12450d4ab3" /><Relationship Type="http://schemas.openxmlformats.org/officeDocument/2006/relationships/image" Target="/ppt/media/image4.png" Id="Rd26f4a00e69b4d4a" /><Relationship Type="http://schemas.openxmlformats.org/officeDocument/2006/relationships/notesSlide" Target="/ppt/notesSlides/notesSlide4.xml" Id="Rb612f7de4b9a4a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1d527e15f437d" /><Relationship Type="http://schemas.openxmlformats.org/officeDocument/2006/relationships/image" Target="/ppt/media/image5.png" Id="R5f1f28d63edb4564" /><Relationship Type="http://schemas.openxmlformats.org/officeDocument/2006/relationships/notesSlide" Target="/ppt/notesSlides/notesSlide5.xml" Id="Rc219fa1d0c2048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35608cddc48b3" /><Relationship Type="http://schemas.openxmlformats.org/officeDocument/2006/relationships/image" Target="/ppt/media/image6.png" Id="R0687264121674695" /><Relationship Type="http://schemas.openxmlformats.org/officeDocument/2006/relationships/notesSlide" Target="/ppt/notesSlides/notesSlide6.xml" Id="Rd33c449f37a349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e1673b3d74ed4" /><Relationship Type="http://schemas.openxmlformats.org/officeDocument/2006/relationships/image" Target="/ppt/media/image7.png" Id="R70331c4396554734" /><Relationship Type="http://schemas.openxmlformats.org/officeDocument/2006/relationships/notesSlide" Target="/ppt/notesSlides/notesSlide7.xml" Id="R052a0809383a44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ebb10d9b74ed9" /><Relationship Type="http://schemas.openxmlformats.org/officeDocument/2006/relationships/image" Target="/ppt/media/image8.png" Id="R5bf195cdcaf9484e" /><Relationship Type="http://schemas.openxmlformats.org/officeDocument/2006/relationships/notesSlide" Target="/ppt/notesSlides/notesSlide8.xml" Id="Rd237c69032854a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61de930884251" /><Relationship Type="http://schemas.openxmlformats.org/officeDocument/2006/relationships/image" Target="/ppt/media/image9.png" Id="Rfe6766d10be5440f" /><Relationship Type="http://schemas.openxmlformats.org/officeDocument/2006/relationships/notesSlide" Target="/ppt/notesSlides/notesSlide9.xml" Id="Rd0318d2945d942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e20fc36314d91" /><Relationship Type="http://schemas.openxmlformats.org/officeDocument/2006/relationships/image" Target="/ppt/media/image10.png" Id="R07c55c21a18c4e99" /><Relationship Type="http://schemas.openxmlformats.org/officeDocument/2006/relationships/notesSlide" Target="/ppt/notesSlides/notesSlide10.xml" Id="R3a9b9c167cd649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1cab258b946ad" /><Relationship Type="http://schemas.openxmlformats.org/officeDocument/2006/relationships/image" Target="/ppt/media/image11.png" Id="Rd6bc62bc22b54018" /><Relationship Type="http://schemas.openxmlformats.org/officeDocument/2006/relationships/notesSlide" Target="/ppt/notesSlides/notesSlide11.xml" Id="R071fb5a3bfd745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354cbb4784e54" /><Relationship Type="http://schemas.openxmlformats.org/officeDocument/2006/relationships/image" Target="/ppt/media/image12.png" Id="R2ad1bc220a0a45d5" /><Relationship Type="http://schemas.openxmlformats.org/officeDocument/2006/relationships/notesSlide" Target="/ppt/notesSlides/notesSlide12.xml" Id="R71e51e09e68b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2FCA1A4A-3D87-4CBD-AA26-635EE6DE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34F214B5-B8B7-4083-9DC5-2E481785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4A83E6ED-0BAE-4604-8E79-A22745AC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8FF44C36-A52C-437E-9C97-1C1BF688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58E5EB26-1AEC-429C-B801-9A2D6F7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01A62B0-4174-4F27-AAC2-FC9002C5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9C5B12CE-F319-4E69-95FB-FB4277AF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F04DF475-EB20-4083-A0C0-560C1332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8A748BD5-E3AC-4ABF-90F6-96308D4B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42C640C6-4A44-4968-B002-9FE6E74C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45476209-8DC3-4D8A-860F-D159E433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236EDFC0-927F-4AE2-9155-1C544C14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0C4C1C66-5A47-4FF7-981A-01F4974D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11D50BC6-CF8D-4651-99BD-7C9A2024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4BE24058-2A83-46B0-857F-7DEC2B7B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35A14985-7E98-4869-9541-06CD85BC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8DBC8469-8A9A-4B0A-8EDB-E3D323CF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2D5F4CF0-7123-4632-8318-B53FE9AD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F276C31B-2026-4B48-B326-1E26929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091FF95D-AA25-4F2A-A062-C60C83C9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B781ACA0-104D-4891-95AA-D3D2F365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12118F09-66CB-43FA-A98E-71ED4AD2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2A6A736D-5E29-4BB4-B828-50A457B6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D87143B6-6D95-4DE1-9E25-3039565C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4DE6821C-049A-4B48-AE61-26238E1A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1518964-BCED-440D-9EE6-A35CD5C4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6C2C7D04-9900-495E-88C4-FBBDE3D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BCCA4165-121B-481A-92CE-F6A36BB6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76F55082-E161-49BC-B2EF-B5C11243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C30C0890-82DE-413A-8C0C-3D371D20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BDDAA03F-343D-4725-801B-E7384AB3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7C53C000-0AA2-4FB0-8A68-CF736080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14304557-3690-4051-8F07-30F9206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1EF7BA9B-D0F3-43B7-80E1-A9E972C4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D1D96477-6CAC-4E26-902A-B1DD3DD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ed-impact-bar">
            <a:extLst xmlns:a="http://schemas.openxmlformats.org/drawingml/2006/main">
              <a:ext uri="{FF2B5EF4-FFF2-40B4-BE49-F238E27FC236}">
                <a16:creationId xmlns:a16="http://schemas.microsoft.com/office/drawing/2014/main" id="{8E8B7C31-2FDF-4E6B-812F-36F3AE9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32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orange-impact-bar">
            <a:extLst xmlns:a="http://schemas.openxmlformats.org/drawingml/2006/main">
              <a:ext uri="{FF2B5EF4-FFF2-40B4-BE49-F238E27FC236}">
                <a16:creationId xmlns:a16="http://schemas.microsoft.com/office/drawing/2014/main" id="{CF5F5210-01F8-4272-8DD3-74EC8C6A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48100"/>
            <a:ext cx="1971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CE0F1868-EB3F-4197-954A-69483DAD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9" name="label-dot">
            <a:extLst xmlns:a="http://schemas.openxmlformats.org/drawingml/2006/main">
              <a:ext uri="{FF2B5EF4-FFF2-40B4-BE49-F238E27FC236}">
                <a16:creationId xmlns:a16="http://schemas.microsoft.com/office/drawing/2014/main" id="{4DC63D0F-7B22-4082-AA95-6CB14F68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label-text">
            <a:extLst xmlns:a="http://schemas.openxmlformats.org/drawingml/2006/main">
              <a:ext uri="{FF2B5EF4-FFF2-40B4-BE49-F238E27FC236}">
                <a16:creationId xmlns:a16="http://schemas.microsoft.com/office/drawing/2014/main" id="{1FF64C76-23FF-4B4A-877E-0DE86CBA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SERIE BASE</a:t>
            </a:r>
          </a:p>
        </p:txBody>
      </p:sp>
      <p:sp>
        <p:nvSpPr>
          <p:cNvPr id="41" name="script-generacion">
            <a:extLst xmlns:a="http://schemas.openxmlformats.org/drawingml/2006/main">
              <a:ext uri="{FF2B5EF4-FFF2-40B4-BE49-F238E27FC236}">
                <a16:creationId xmlns:a16="http://schemas.microsoft.com/office/drawing/2014/main" id="{F18162F6-6BF4-4272-8C67-89F6380C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Generación</a:t>
            </a:r>
          </a:p>
        </p:txBody>
      </p:sp>
      <p:sp>
        <p:nvSpPr>
          <p:cNvPr id="42" name="title-selfie">
            <a:extLst xmlns:a="http://schemas.openxmlformats.org/drawingml/2006/main">
              <a:ext uri="{FF2B5EF4-FFF2-40B4-BE49-F238E27FC236}">
                <a16:creationId xmlns:a16="http://schemas.microsoft.com/office/drawing/2014/main" id="{A29613D4-782B-4C95-AFF4-F511AFCB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sp>
        <p:nvSpPr>
          <p:cNvPr id="43" name="subtitle">
            <a:extLst xmlns:a="http://schemas.openxmlformats.org/drawingml/2006/main">
              <a:ext uri="{FF2B5EF4-FFF2-40B4-BE49-F238E27FC236}">
                <a16:creationId xmlns:a16="http://schemas.microsoft.com/office/drawing/2014/main" id="{E454A369-ABA0-45B4-A489-8A687BBC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D9D9D9"/>
                </a:solidFill>
                <a:latin typeface="Arial"/>
                <a:ea typeface="Arial"/>
                <a:cs typeface="Arial"/>
              </a:rPr>
              <a:t>¿Qué ves cuando te ves?</a:t>
            </a:r>
          </a:p>
        </p:txBody>
      </p:sp>
      <p:sp>
        <p:nvSpPr>
          <p:cNvPr id="44" name="cover-phone-outer">
            <a:extLst xmlns:a="http://schemas.openxmlformats.org/drawingml/2006/main">
              <a:ext uri="{FF2B5EF4-FFF2-40B4-BE49-F238E27FC236}">
                <a16:creationId xmlns:a16="http://schemas.microsoft.com/office/drawing/2014/main" id="{6325C888-CF70-4BB6-81F6-289F16F5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2647950" cy="490537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45" name="cover-phone-screen">
            <a:extLst xmlns:a="http://schemas.openxmlformats.org/drawingml/2006/main">
              <a:ext uri="{FF2B5EF4-FFF2-40B4-BE49-F238E27FC236}">
                <a16:creationId xmlns:a16="http://schemas.microsoft.com/office/drawing/2014/main" id="{20071FD2-C3FC-42EB-A1F4-C7880CA3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222885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6A6A6A"/>
            </a:solidFill>
            <a:prstDash val="solid"/>
          </a:ln>
        </p:spPr>
      </p:sp>
      <p:sp>
        <p:nvSpPr>
          <p:cNvPr id="46" name="cover-phone-speaker">
            <a:extLst xmlns:a="http://schemas.openxmlformats.org/drawingml/2006/main">
              <a:ext uri="{FF2B5EF4-FFF2-40B4-BE49-F238E27FC236}">
                <a16:creationId xmlns:a16="http://schemas.microsoft.com/office/drawing/2014/main" id="{395AFD11-056D-4BD2-B97D-C8FEDEEA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085850"/>
            <a:ext cx="533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over-phone-button">
            <a:extLst xmlns:a="http://schemas.openxmlformats.org/drawingml/2006/main">
              <a:ext uri="{FF2B5EF4-FFF2-40B4-BE49-F238E27FC236}">
                <a16:creationId xmlns:a16="http://schemas.microsoft.com/office/drawing/2014/main" id="{392DE3D6-2CD6-43AA-8047-F77132DD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86375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BBBB"/>
            </a:solidFill>
            <a:prstDash val="solid"/>
          </a:ln>
        </p:spPr>
      </p:sp>
      <p:sp>
        <p:nvSpPr>
          <p:cNvPr id="48" name="cover-phone-corner-tl-h">
            <a:extLst xmlns:a="http://schemas.openxmlformats.org/drawingml/2006/main">
              <a:ext uri="{FF2B5EF4-FFF2-40B4-BE49-F238E27FC236}">
                <a16:creationId xmlns:a16="http://schemas.microsoft.com/office/drawing/2014/main" id="{A8477D6F-2A0C-412E-AF01-E2930B8C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cover-phone-corner-tl-v">
            <a:extLst xmlns:a="http://schemas.openxmlformats.org/drawingml/2006/main">
              <a:ext uri="{FF2B5EF4-FFF2-40B4-BE49-F238E27FC236}">
                <a16:creationId xmlns:a16="http://schemas.microsoft.com/office/drawing/2014/main" id="{6B2E4D49-B1C9-4F48-9CAF-6B0E6D53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ver-phone-corner-br-h">
            <a:extLst xmlns:a="http://schemas.openxmlformats.org/drawingml/2006/main">
              <a:ext uri="{FF2B5EF4-FFF2-40B4-BE49-F238E27FC236}">
                <a16:creationId xmlns:a16="http://schemas.microsoft.com/office/drawing/2014/main" id="{AE8B0F0B-B491-4EFD-AF0B-B5174BA5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52925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over-phone-corner-br-v">
            <a:extLst xmlns:a="http://schemas.openxmlformats.org/drawingml/2006/main">
              <a:ext uri="{FF2B5EF4-FFF2-40B4-BE49-F238E27FC236}">
                <a16:creationId xmlns:a16="http://schemas.microsoft.com/office/drawing/2014/main" id="{ABA0EA9D-BA5A-41A8-9969-9DD9F44F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7667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cover-phone-ui-left">
            <a:extLst xmlns:a="http://schemas.openxmlformats.org/drawingml/2006/main">
              <a:ext uri="{FF2B5EF4-FFF2-40B4-BE49-F238E27FC236}">
                <a16:creationId xmlns:a16="http://schemas.microsoft.com/office/drawing/2014/main" id="{BFD3E5EB-CA0F-4EFB-8568-F8CAB8AE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672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FLASH</a:t>
            </a:r>
          </a:p>
        </p:txBody>
      </p:sp>
      <p:sp>
        <p:nvSpPr>
          <p:cNvPr id="53" name="cover-phone-ui-right">
            <a:extLst xmlns:a="http://schemas.openxmlformats.org/drawingml/2006/main">
              <a:ext uri="{FF2B5EF4-FFF2-40B4-BE49-F238E27FC236}">
                <a16:creationId xmlns:a16="http://schemas.microsoft.com/office/drawing/2014/main" id="{E8C8EAAF-68A9-4A12-BE03-6E79EEE3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672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fff454e1443d4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5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CA5A457A-074D-4C16-9594-3916AE99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488892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52F3E9EC-B540-4380-9385-A89665F7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53F998A3-8BED-4BAB-BEB1-663FA7D5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55855058-C20A-4D8E-B28F-2A3DDC22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1FA724C0-F594-4F8E-ACA2-7520F729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3209AEF4-C7BB-494D-B961-18329FCE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4B88A23-1723-499E-B15E-E7A40103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57937C47-80DF-4090-AEC7-345EF72D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6D44BC34-24B3-4505-B075-29D17EA7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DC15A88D-C683-4E31-8DB6-8724606C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4BFB27DF-82C7-4C36-A6F2-188600C8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00BB4E8D-D938-461E-AAE2-9008F395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99893209-DD6E-454D-896D-C9F14C14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32C7C753-F6CD-4819-8475-D75D47DC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E62BDE8-A644-4E84-B6FF-8714869B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854BAF89-C591-42FE-B145-D7B34EE6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F3DAE4E9-4C22-41D1-AF80-BDEB4A40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0C7CFF48-D326-4971-96AD-11981559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DE896C7E-A6D5-4819-8256-E855F93E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E89173DA-1F35-4D44-BBCC-7C46169C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50B053FA-9B72-4900-8583-EEC395DD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1703262D-B1DD-4520-A3C7-ED008D60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3D1B3189-2124-46DD-A767-6552AC61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DB300641-08ED-4A67-A23E-40575309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5E0B1024-BF71-4A58-A915-8E3D54F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BEDF0732-0F5E-4324-9E3D-B0279F1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CA4563A3-E54E-420C-97A7-0E45B011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945590C8-0F9A-460C-9D4A-6CDCAA65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46F93D27-37E0-4B6E-B36B-E7DC1017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0668E220-7B74-4A9E-9667-21655450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5332CAF5-CACD-4B4A-99BD-89C1461F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52FFFB35-83FD-4BD8-963A-2589DE6F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254DE990-4EA3-40BB-94EB-2D06F9F5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84AD1CDB-7272-4137-97F7-A187D77C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0B02FA8C-E2F3-47D6-B483-32BEFA92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DED42352-7039-413A-AE47-42F3306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6A9B5D9C-F805-439D-AE8E-1FABFFBF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BDEBC6EC-28F6-43FC-89A4-BE51A3B0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14A2E914-A5D4-4841-820F-33C5E218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MENSAJE</a:t>
            </a:r>
          </a:p>
        </p:txBody>
      </p:sp>
      <p:sp>
        <p:nvSpPr>
          <p:cNvPr id="39" name="message-title">
            <a:extLst xmlns:a="http://schemas.openxmlformats.org/drawingml/2006/main">
              <a:ext uri="{FF2B5EF4-FFF2-40B4-BE49-F238E27FC236}">
                <a16:creationId xmlns:a16="http://schemas.microsoft.com/office/drawing/2014/main" id="{DF8AF628-DB74-4FD3-9D4B-BE488244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Espíritu,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alma y cuerpo</a:t>
            </a:r>
          </a:p>
        </p:txBody>
      </p:sp>
      <p:sp>
        <p:nvSpPr>
          <p:cNvPr id="4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63B0A72-682F-423E-91EB-9A4D92F1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1905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eld-label-0">
            <a:extLst xmlns:a="http://schemas.openxmlformats.org/drawingml/2006/main">
              <a:ext uri="{FF2B5EF4-FFF2-40B4-BE49-F238E27FC236}">
                <a16:creationId xmlns:a16="http://schemas.microsoft.com/office/drawing/2014/main" id="{2471BA2E-1D93-482A-B64F-01FAFA7C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TEXTO BASE</a:t>
            </a:r>
          </a:p>
        </p:txBody>
      </p:sp>
      <p:sp>
        <p:nvSpPr>
          <p:cNvPr id="42" name="field-value-0">
            <a:extLst xmlns:a="http://schemas.openxmlformats.org/drawingml/2006/main">
              <a:ext uri="{FF2B5EF4-FFF2-40B4-BE49-F238E27FC236}">
                <a16:creationId xmlns:a16="http://schemas.microsoft.com/office/drawing/2014/main" id="{913766AC-6C23-44C8-A8C7-AA594AA6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48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D9D9"/>
                </a:solidFill>
                <a:latin typeface="Arial"/>
                <a:ea typeface="Arial"/>
                <a:cs typeface="Arial"/>
              </a:rPr>
              <a:t>1 Tesalonicenses 5:23</a:t>
            </a:r>
          </a:p>
        </p:txBody>
      </p:sp>
      <p:sp>
        <p:nvSpPr>
          <p:cNvPr id="43" name="field-line-0">
            <a:extLst xmlns:a="http://schemas.openxmlformats.org/drawingml/2006/main">
              <a:ext uri="{FF2B5EF4-FFF2-40B4-BE49-F238E27FC236}">
                <a16:creationId xmlns:a16="http://schemas.microsoft.com/office/drawing/2014/main" id="{C2AD1037-6554-48C2-A53D-E9EFCC57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719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ield-label-1">
            <a:extLst xmlns:a="http://schemas.openxmlformats.org/drawingml/2006/main">
              <a:ext uri="{FF2B5EF4-FFF2-40B4-BE49-F238E27FC236}">
                <a16:creationId xmlns:a16="http://schemas.microsoft.com/office/drawing/2014/main" id="{C5A16A9E-2FA1-4900-A7F3-5089B8F3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FECHA</a:t>
            </a:r>
          </a:p>
        </p:txBody>
      </p:sp>
      <p:sp>
        <p:nvSpPr>
          <p:cNvPr id="45" name="field-value-1">
            <a:extLst xmlns:a="http://schemas.openxmlformats.org/drawingml/2006/main">
              <a:ext uri="{FF2B5EF4-FFF2-40B4-BE49-F238E27FC236}">
                <a16:creationId xmlns:a16="http://schemas.microsoft.com/office/drawing/2014/main" id="{74D62892-CB4F-45F7-9E2F-32DF0972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00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D9D9"/>
                </a:solidFill>
                <a:latin typeface="Arial"/>
                <a:ea typeface="Arial"/>
                <a:cs typeface="Arial"/>
              </a:rPr>
              <a:t>Reunión / fecha</a:t>
            </a:r>
          </a:p>
        </p:txBody>
      </p:sp>
      <p:sp>
        <p:nvSpPr>
          <p:cNvPr id="46" name="field-line-1">
            <a:extLst xmlns:a="http://schemas.openxmlformats.org/drawingml/2006/main">
              <a:ext uri="{FF2B5EF4-FFF2-40B4-BE49-F238E27FC236}">
                <a16:creationId xmlns:a16="http://schemas.microsoft.com/office/drawing/2014/main" id="{DD50B663-2EFF-4E7D-B91A-600F8660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244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ield-label-2">
            <a:extLst xmlns:a="http://schemas.openxmlformats.org/drawingml/2006/main">
              <a:ext uri="{FF2B5EF4-FFF2-40B4-BE49-F238E27FC236}">
                <a16:creationId xmlns:a16="http://schemas.microsoft.com/office/drawing/2014/main" id="{8B5A43B4-643D-480A-8228-8B067773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SERIE</a:t>
            </a:r>
          </a:p>
        </p:txBody>
      </p:sp>
      <p:sp>
        <p:nvSpPr>
          <p:cNvPr id="48" name="field-value-2">
            <a:extLst xmlns:a="http://schemas.openxmlformats.org/drawingml/2006/main">
              <a:ext uri="{FF2B5EF4-FFF2-40B4-BE49-F238E27FC236}">
                <a16:creationId xmlns:a16="http://schemas.microsoft.com/office/drawing/2014/main" id="{45D1B153-CAE6-4CF4-A8EE-04B5EB66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D9D9"/>
                </a:solidFill>
                <a:latin typeface="Arial"/>
                <a:ea typeface="Arial"/>
                <a:cs typeface="Arial"/>
              </a:rPr>
              <a:t>Generación Selfie</a:t>
            </a:r>
          </a:p>
        </p:txBody>
      </p:sp>
      <p:sp>
        <p:nvSpPr>
          <p:cNvPr id="49" name="field-line-2">
            <a:extLst xmlns:a="http://schemas.openxmlformats.org/drawingml/2006/main">
              <a:ext uri="{FF2B5EF4-FFF2-40B4-BE49-F238E27FC236}">
                <a16:creationId xmlns:a16="http://schemas.microsoft.com/office/drawing/2014/main" id="{FA20CB01-79BD-4891-8EA5-D994DCF3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768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2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message-phone-outer">
            <a:extLst xmlns:a="http://schemas.openxmlformats.org/drawingml/2006/main">
              <a:ext uri="{FF2B5EF4-FFF2-40B4-BE49-F238E27FC236}">
                <a16:creationId xmlns:a16="http://schemas.microsoft.com/office/drawing/2014/main" id="{7850ABCC-4023-4C91-B51C-93E1E454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47750"/>
            <a:ext cx="2047875" cy="38290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50505"/>
          </a:solidFill>
          <a:ln xmlns:a="http://schemas.openxmlformats.org/drawingml/2006/main" w="57150">
            <a:solidFill>
              <a:srgbClr val="FFFFFF"/>
            </a:solidFill>
            <a:prstDash val="solid"/>
          </a:ln>
        </p:spPr>
      </p:sp>
      <p:sp>
        <p:nvSpPr>
          <p:cNvPr id="51" name="message-phone-screen">
            <a:extLst xmlns:a="http://schemas.openxmlformats.org/drawingml/2006/main">
              <a:ext uri="{FF2B5EF4-FFF2-40B4-BE49-F238E27FC236}">
                <a16:creationId xmlns:a16="http://schemas.microsoft.com/office/drawing/2014/main" id="{C08E06F9-22A6-425B-BF6C-CFC1B2A2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62100"/>
            <a:ext cx="1628775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11430">
            <a:solidFill>
              <a:srgbClr val="6A6A6A"/>
            </a:solidFill>
            <a:prstDash val="solid"/>
          </a:ln>
        </p:spPr>
      </p:sp>
      <p:sp>
        <p:nvSpPr>
          <p:cNvPr id="52" name="message-phone-speaker">
            <a:extLst xmlns:a="http://schemas.openxmlformats.org/drawingml/2006/main">
              <a:ext uri="{FF2B5EF4-FFF2-40B4-BE49-F238E27FC236}">
                <a16:creationId xmlns:a16="http://schemas.microsoft.com/office/drawing/2014/main" id="{B4D19E20-13AB-4AF6-B711-630C52AB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4488" y="1257300"/>
            <a:ext cx="533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message-phone-button">
            <a:extLst xmlns:a="http://schemas.openxmlformats.org/drawingml/2006/main">
              <a:ext uri="{FF2B5EF4-FFF2-40B4-BE49-F238E27FC236}">
                <a16:creationId xmlns:a16="http://schemas.microsoft.com/office/drawing/2014/main" id="{4CC6D62D-A3F4-42DC-B3B1-C69A4866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38" y="4381500"/>
            <a:ext cx="41910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BBBBB"/>
            </a:solidFill>
            <a:prstDash val="solid"/>
          </a:ln>
        </p:spPr>
      </p:sp>
      <p:sp>
        <p:nvSpPr>
          <p:cNvPr id="54" name="message-phone-corner-tl-h">
            <a:extLst xmlns:a="http://schemas.openxmlformats.org/drawingml/2006/main">
              <a:ext uri="{FF2B5EF4-FFF2-40B4-BE49-F238E27FC236}">
                <a16:creationId xmlns:a16="http://schemas.microsoft.com/office/drawing/2014/main" id="{33AE01F0-58A5-4F83-8187-6ACC0E8C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message-phone-corner-tl-v">
            <a:extLst xmlns:a="http://schemas.openxmlformats.org/drawingml/2006/main">
              <a:ext uri="{FF2B5EF4-FFF2-40B4-BE49-F238E27FC236}">
                <a16:creationId xmlns:a16="http://schemas.microsoft.com/office/drawing/2014/main" id="{B3D2EA7B-F73E-4260-8CAA-7178FABB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message-phone-corner-br-h">
            <a:extLst xmlns:a="http://schemas.openxmlformats.org/drawingml/2006/main">
              <a:ext uri="{FF2B5EF4-FFF2-40B4-BE49-F238E27FC236}">
                <a16:creationId xmlns:a16="http://schemas.microsoft.com/office/drawing/2014/main" id="{ECBC8B08-323E-4E0B-93F3-0DD4943B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448050"/>
            <a:ext cx="533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message-phone-corner-br-v">
            <a:extLst xmlns:a="http://schemas.openxmlformats.org/drawingml/2006/main">
              <a:ext uri="{FF2B5EF4-FFF2-40B4-BE49-F238E27FC236}">
                <a16:creationId xmlns:a16="http://schemas.microsoft.com/office/drawing/2014/main" id="{5ACB8FE0-D24B-40F6-823B-3F355ECF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9718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message-phone-ui-left">
            <a:extLst xmlns:a="http://schemas.openxmlformats.org/drawingml/2006/main">
              <a:ext uri="{FF2B5EF4-FFF2-40B4-BE49-F238E27FC236}">
                <a16:creationId xmlns:a16="http://schemas.microsoft.com/office/drawing/2014/main" id="{0CA7D06A-E4B2-4A17-804B-C5696B6D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624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FLASH</a:t>
            </a:r>
          </a:p>
        </p:txBody>
      </p:sp>
      <p:sp>
        <p:nvSpPr>
          <p:cNvPr id="59" name="message-phone-ui-right">
            <a:extLst xmlns:a="http://schemas.openxmlformats.org/drawingml/2006/main">
              <a:ext uri="{FF2B5EF4-FFF2-40B4-BE49-F238E27FC236}">
                <a16:creationId xmlns:a16="http://schemas.microsoft.com/office/drawing/2014/main" id="{BFC17442-92EC-494C-81C1-B4EF4D3F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962400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AFAFA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FAFAF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778e25fe3452d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6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839FA7AE-96F8-49B2-A749-183AA2FB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662105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661E372A-9115-459D-BF3F-B1F935DF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BD9AD135-285B-40EE-A07B-099AB225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DA24DCCD-BEB7-46E3-9DA4-EFBD5FBE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FC8C9505-1F9F-4024-B373-EE3792E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5" name="label-dot">
            <a:extLst xmlns:a="http://schemas.openxmlformats.org/drawingml/2006/main">
              <a:ext uri="{FF2B5EF4-FFF2-40B4-BE49-F238E27FC236}">
                <a16:creationId xmlns:a16="http://schemas.microsoft.com/office/drawing/2014/main" id="{FC67B11F-AE95-4CD5-9359-9F0BB3D5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text">
            <a:extLst xmlns:a="http://schemas.openxmlformats.org/drawingml/2006/main">
              <a:ext uri="{FF2B5EF4-FFF2-40B4-BE49-F238E27FC236}">
                <a16:creationId xmlns:a16="http://schemas.microsoft.com/office/drawing/2014/main" id="{DCEAD739-8087-4AC3-938B-E7AF98F8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PREGUNTA DISPARADORA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62709A22-3D1F-42B0-A69E-03F890A0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5500"/>
            <a:ext cx="96393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parte de nosotros está tomando</a:t>
            </a:r>
          </a:p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control?</a:t>
            </a:r>
          </a:p>
        </p:txBody>
      </p:sp>
      <p:sp>
        <p:nvSpPr>
          <p:cNvPr id="8" name="question-line">
            <a:extLst xmlns:a="http://schemas.openxmlformats.org/drawingml/2006/main">
              <a:ext uri="{FF2B5EF4-FFF2-40B4-BE49-F238E27FC236}">
                <a16:creationId xmlns:a16="http://schemas.microsoft.com/office/drawing/2014/main" id="{E596D122-6EC9-4880-8814-27F253B0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819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estion-lens">
            <a:extLst xmlns:a="http://schemas.openxmlformats.org/drawingml/2006/main">
              <a:ext uri="{FF2B5EF4-FFF2-40B4-BE49-F238E27FC236}">
                <a16:creationId xmlns:a16="http://schemas.microsoft.com/office/drawing/2014/main" id="{25FF8833-3596-49D8-A32A-9483133D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952500" cy="95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4A2A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62e0d59de4294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1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552BAEE9-0AC9-4E9F-A1A2-9C70082C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52200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E31C1E90-017C-4BFC-9569-7A232617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0354A51C-4667-4E4D-9E4A-B1A69B73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55D4048B-161B-4749-A53F-891A1721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DFD21912-7BFA-45D4-B3F0-7C4F3BC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D8613CF-97BD-429B-8F7D-2FC4745D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79820214-A47E-490C-9B32-911EBA66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94B04B6D-C7E0-4AF8-85CF-DB7E3E77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665D82C4-66FB-4E0D-B372-B72EEB0A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EE232B2-22A2-4A59-8F47-2DDC5313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89AF7FB6-77AD-4295-B1AB-ED0AB74A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CE337A38-9EAB-4D35-A6F9-D68D8F04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B2605ED3-EF93-4993-A588-2E7CCF63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18ACE2D4-04DE-46DD-812C-264A5C03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1D9EA9B-793A-49D1-978F-1518B21B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9485E285-AF36-4C92-BC45-BB12C8D6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359D1985-F1F3-4BC3-ADFA-31D0B764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4838FAD7-956B-4F63-A0A4-B5EA1CC7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14DD54F9-0A6E-4030-8EB8-ACD5CE44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5C1ED1A2-A2C4-42B2-AA9B-050B889D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234168DF-3D04-4421-8C52-359E2F30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6A1EB8E4-65CE-44AF-B693-423325F9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2F14B695-2CED-4676-AE99-697EC8B6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EB877EB1-9275-42D0-91A1-E95FFA91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9902BC53-ACBC-4D10-92EB-A97E34BF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FE2CD85F-314F-4A98-AB43-135FD0C2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99CFD11-C3D2-45D6-815E-D5FE98FA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4DDBB3BD-A594-48CB-AF06-86DA097F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FC18F102-4D09-4263-BF29-E8C4963F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67B3A8A9-39FA-4913-9AF9-3F916EDF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1B4DCFC0-02D5-4422-B10B-4DF68AD0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C9698A38-D6FA-421E-AB5D-9F995572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DE9F2794-1F1D-46D9-9801-7837AAFE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BA365B80-5BBD-4298-9D5B-7B8B141B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85A0F3A3-0745-4444-8E9E-0A1C58FA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1A31BF26-3719-4535-89F0-18F381D0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B26D5DA7-FDCD-4C67-8C9E-937679FB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34BC1B86-ABCE-4EC6-A15B-20CECE3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E54619C2-4AE0-48E5-8466-278A1476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TEXTO BÍBLICO</a:t>
            </a:r>
          </a:p>
        </p:txBody>
      </p:sp>
      <p:sp>
        <p:nvSpPr>
          <p:cNvPr id="39" name="scripture-box">
            <a:extLst xmlns:a="http://schemas.openxmlformats.org/drawingml/2006/main">
              <a:ext uri="{FF2B5EF4-FFF2-40B4-BE49-F238E27FC236}">
                <a16:creationId xmlns:a16="http://schemas.microsoft.com/office/drawing/2014/main" id="{26FAD62F-9898-4892-A10E-D929079D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895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0" name="scripture-accent">
            <a:extLst xmlns:a="http://schemas.openxmlformats.org/drawingml/2006/main">
              <a:ext uri="{FF2B5EF4-FFF2-40B4-BE49-F238E27FC236}">
                <a16:creationId xmlns:a16="http://schemas.microsoft.com/office/drawing/2014/main" id="{69AC9643-6F2B-4DD4-A1E4-7A0FC32F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62100"/>
            <a:ext cx="114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cripture-main">
            <a:extLst xmlns:a="http://schemas.openxmlformats.org/drawingml/2006/main">
              <a:ext uri="{FF2B5EF4-FFF2-40B4-BE49-F238E27FC236}">
                <a16:creationId xmlns:a16="http://schemas.microsoft.com/office/drawing/2014/main" id="{160F2A20-B5AD-4013-ABC8-11FA3DDF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95500"/>
            <a:ext cx="781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Texto del pasaje bíblico principal.</a:t>
            </a:r>
          </a:p>
          <a:p xmlns:a="http://schemas.openxmlformats.org/drawingml/2006/main">
            <a:pPr>
              <a:defRPr sz="25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Este espacio está preparado para una cita larga sin perder claridad al proyectar.</a:t>
            </a:r>
          </a:p>
        </p:txBody>
      </p:sp>
      <p:sp>
        <p:nvSpPr>
          <p:cNvPr id="42" name="scripture-ref">
            <a:extLst xmlns:a="http://schemas.openxmlformats.org/drawingml/2006/main">
              <a:ext uri="{FF2B5EF4-FFF2-40B4-BE49-F238E27FC236}">
                <a16:creationId xmlns:a16="http://schemas.microsoft.com/office/drawing/2014/main" id="{8A4BBB83-F66A-406A-88E2-64D51003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38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REFERENCIA DESTACADA</a:t>
            </a:r>
          </a:p>
        </p:txBody>
      </p:sp>
      <p:sp>
        <p:nvSpPr>
          <p:cNvPr id="43" name="scripture-frame-ghost">
            <a:extLst xmlns:a="http://schemas.openxmlformats.org/drawingml/2006/main">
              <a:ext uri="{FF2B5EF4-FFF2-40B4-BE49-F238E27FC236}">
                <a16:creationId xmlns:a16="http://schemas.microsoft.com/office/drawing/2014/main" id="{9A04E7C8-37DA-474E-89C9-29B25F9C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1762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3333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f4a00e69b4d4a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4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7C4F47B5-849D-4928-96C5-1E59F3CB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099148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9CFDE48A-C6B9-4275-A411-BD27BD61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35CFBD92-CD63-4F09-B27E-21E76361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F842942B-E0CC-425E-8FCE-06C75EF0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rner-top-h">
            <a:extLst xmlns:a="http://schemas.openxmlformats.org/drawingml/2006/main">
              <a:ext uri="{FF2B5EF4-FFF2-40B4-BE49-F238E27FC236}">
                <a16:creationId xmlns:a16="http://schemas.microsoft.com/office/drawing/2014/main" id="{D17CA032-41A2-4F74-BFA7-F5B992D9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rner-top-v">
            <a:extLst xmlns:a="http://schemas.openxmlformats.org/drawingml/2006/main">
              <a:ext uri="{FF2B5EF4-FFF2-40B4-BE49-F238E27FC236}">
                <a16:creationId xmlns:a16="http://schemas.microsoft.com/office/drawing/2014/main" id="{D2AFF26B-2A5A-46CF-9410-04FE8805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rner-bottom-h">
            <a:extLst xmlns:a="http://schemas.openxmlformats.org/drawingml/2006/main">
              <a:ext uri="{FF2B5EF4-FFF2-40B4-BE49-F238E27FC236}">
                <a16:creationId xmlns:a16="http://schemas.microsoft.com/office/drawing/2014/main" id="{A503A260-43CC-4BDE-9286-42FB3A56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340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rner-bottom-v">
            <a:extLst xmlns:a="http://schemas.openxmlformats.org/drawingml/2006/main">
              <a:ext uri="{FF2B5EF4-FFF2-40B4-BE49-F238E27FC236}">
                <a16:creationId xmlns:a16="http://schemas.microsoft.com/office/drawing/2014/main" id="{7F2C9AD9-53A9-4907-AAE8-65EB2DA8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entral-idea">
            <a:extLst xmlns:a="http://schemas.openxmlformats.org/drawingml/2006/main">
              <a:ext uri="{FF2B5EF4-FFF2-40B4-BE49-F238E27FC236}">
                <a16:creationId xmlns:a16="http://schemas.microsoft.com/office/drawing/2014/main" id="{BF8C8E62-342C-4612-AAE9-F0F598E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76500"/>
            <a:ext cx="9296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alimentamos</a:t>
            </a:r>
          </a:p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 fortalece.</a:t>
            </a:r>
          </a:p>
        </p:txBody>
      </p:sp>
      <p:sp>
        <p:nvSpPr>
          <p:cNvPr id="9" name="central-highlight">
            <a:extLst xmlns:a="http://schemas.openxmlformats.org/drawingml/2006/main">
              <a:ext uri="{FF2B5EF4-FFF2-40B4-BE49-F238E27FC236}">
                <a16:creationId xmlns:a16="http://schemas.microsoft.com/office/drawing/2014/main" id="{24E8E6C3-77F1-4C0A-B1C9-9CFD0D6D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602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alimentamos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f28d63edb4564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1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C18A4BC7-A74F-4BE4-B72A-27919978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2108796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F15CDBD3-8A44-456B-9257-C75EF27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3B8FFF2B-E087-4CE2-B09F-65AED095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0AF7C6E0-C8B3-44F1-9C0C-53F37EF7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AE92C3E9-DC1C-4228-9F36-90F0843F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7964DC4A-3E9A-4EBF-9136-E3CEA8B2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54E4E0F-951A-4BB7-A388-7A486ED3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744BD8B2-9F05-4002-A8E1-27ECC58E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DF214DAD-8C6B-49C1-8BD5-E077AC90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C9C203E6-161B-4289-81A2-CE184D44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AD8CC488-9582-4A66-862A-BF470968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7DF0389-EE2A-43C6-ACDF-92393A50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5AAAF860-C0D4-451F-A8F0-73C580B5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A1986FFE-7C04-46BA-9FF0-CE18F610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5E3CA66-76D1-46E4-9F71-A690AE66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0CC0A933-933C-4E06-BD88-CA6D3C49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FDD7800F-AE43-47AD-93DB-83CC8A3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E64822FA-3AC7-4E9D-A161-629D454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EC443773-EDAA-4858-832F-80C2937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88E65422-3852-4133-B7A9-A8062C99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D6562F7F-1871-4E19-AD6D-3F22D6F6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CE631604-DF74-4F83-8B8C-C67CCD8F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A195AD3A-0451-425E-AF6A-DBE1E2DC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F015C49A-1DE8-4322-8FE5-386E3564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0B4EFEA5-9696-44B1-BFBD-29D30CA5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A7BC0077-D5A7-421D-96C3-7208D87F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1122C63-BF59-42E1-8244-968E29CD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3EF644BA-CA15-428C-B596-BE309F3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B4E9D8AD-E0F5-4BF4-8CA5-118CB1BD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4F2669C5-F267-41D7-A550-D352627D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B1E1A1BD-A08E-4054-8B5C-7D16EE16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A4286FA6-2EDC-4ABC-8104-F1F86B57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77C3726E-3BD0-4E05-901F-86AE491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85E96C43-815B-44AE-86DA-878C9046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FC92C204-F6A8-4613-9D48-CBA984C8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83B80D07-9CD0-4C04-8F2D-CC6EB01B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5B8CFE24-E267-45D6-BA61-3EEB3C39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01B223E7-80D7-4253-A9A0-AA3DC49B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6315186E-9218-4379-BC32-7E97E8E6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MAPA DEL MENSAJE</a:t>
            </a:r>
          </a:p>
        </p:txBody>
      </p:sp>
      <p:sp>
        <p:nvSpPr>
          <p:cNvPr id="39" name="map-title">
            <a:extLst xmlns:a="http://schemas.openxmlformats.org/drawingml/2006/main">
              <a:ext uri="{FF2B5EF4-FFF2-40B4-BE49-F238E27FC236}">
                <a16:creationId xmlns:a16="http://schemas.microsoft.com/office/drawing/2014/main" id="{BBF0C867-3A3D-48F7-B632-A64CA1C1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85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Tres lentes para mirar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somos</a:t>
            </a:r>
          </a:p>
        </p:txBody>
      </p:sp>
      <p:sp>
        <p:nvSpPr>
          <p:cNvPr id="40" name="map-card-0">
            <a:extLst xmlns:a="http://schemas.openxmlformats.org/drawingml/2006/main">
              <a:ext uri="{FF2B5EF4-FFF2-40B4-BE49-F238E27FC236}">
                <a16:creationId xmlns:a16="http://schemas.microsoft.com/office/drawing/2014/main" id="{9136DFE4-3D54-4C05-AD4A-6C540F3B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1" name="map-num-0">
            <a:extLst xmlns:a="http://schemas.openxmlformats.org/drawingml/2006/main">
              <a:ext uri="{FF2B5EF4-FFF2-40B4-BE49-F238E27FC236}">
                <a16:creationId xmlns:a16="http://schemas.microsoft.com/office/drawing/2014/main" id="{8A7AB660-429C-4E63-A9D2-25EF44AB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2" name="map-heading-0">
            <a:extLst xmlns:a="http://schemas.openxmlformats.org/drawingml/2006/main">
              <a:ext uri="{FF2B5EF4-FFF2-40B4-BE49-F238E27FC236}">
                <a16:creationId xmlns:a16="http://schemas.microsoft.com/office/drawing/2014/main" id="{045B028D-1A56-4F29-A568-B0D61E37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43" name="map-body-0">
            <a:extLst xmlns:a="http://schemas.openxmlformats.org/drawingml/2006/main">
              <a:ext uri="{FF2B5EF4-FFF2-40B4-BE49-F238E27FC236}">
                <a16:creationId xmlns:a16="http://schemas.microsoft.com/office/drawing/2014/main" id="{25C8F2F6-CDBA-43B4-AE9B-EE524CD7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Dios despierta y guía en nosotros.</a:t>
            </a:r>
          </a:p>
        </p:txBody>
      </p:sp>
      <p:sp>
        <p:nvSpPr>
          <p:cNvPr id="44" name="map-card-1">
            <a:extLst xmlns:a="http://schemas.openxmlformats.org/drawingml/2006/main">
              <a:ext uri="{FF2B5EF4-FFF2-40B4-BE49-F238E27FC236}">
                <a16:creationId xmlns:a16="http://schemas.microsoft.com/office/drawing/2014/main" id="{D858C3A7-B1EC-42C2-856E-D2F0DCFA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5" name="map-num-1">
            <a:extLst xmlns:a="http://schemas.openxmlformats.org/drawingml/2006/main">
              <a:ext uri="{FF2B5EF4-FFF2-40B4-BE49-F238E27FC236}">
                <a16:creationId xmlns:a16="http://schemas.microsoft.com/office/drawing/2014/main" id="{D928CCC2-6E16-47C9-8FC5-FEDA4AA5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6" name="map-heading-1">
            <a:extLst xmlns:a="http://schemas.openxmlformats.org/drawingml/2006/main">
              <a:ext uri="{FF2B5EF4-FFF2-40B4-BE49-F238E27FC236}">
                <a16:creationId xmlns:a16="http://schemas.microsoft.com/office/drawing/2014/main" id="{9B0FAB80-C1CE-4FCC-B8FE-2E66A2A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Alma</a:t>
            </a:r>
          </a:p>
        </p:txBody>
      </p:sp>
      <p:sp>
        <p:nvSpPr>
          <p:cNvPr id="47" name="map-body-1">
            <a:extLst xmlns:a="http://schemas.openxmlformats.org/drawingml/2006/main">
              <a:ext uri="{FF2B5EF4-FFF2-40B4-BE49-F238E27FC236}">
                <a16:creationId xmlns:a16="http://schemas.microsoft.com/office/drawing/2014/main" id="{E1F4BC28-E491-4E7E-9DA8-049FE6E4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9D9D9"/>
                </a:solidFill>
                <a:latin typeface="Arial"/>
                <a:ea typeface="Arial"/>
                <a:cs typeface="Arial"/>
              </a:rPr>
              <a:t>Pensamientos, emociones, deseos y decisiones.</a:t>
            </a:r>
          </a:p>
        </p:txBody>
      </p:sp>
      <p:sp>
        <p:nvSpPr>
          <p:cNvPr id="48" name="map-card-2">
            <a:extLst xmlns:a="http://schemas.openxmlformats.org/drawingml/2006/main">
              <a:ext uri="{FF2B5EF4-FFF2-40B4-BE49-F238E27FC236}">
                <a16:creationId xmlns:a16="http://schemas.microsoft.com/office/drawing/2014/main" id="{4B84378C-42F3-4420-906A-150B4DF0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9" name="map-num-2">
            <a:extLst xmlns:a="http://schemas.openxmlformats.org/drawingml/2006/main">
              <a:ext uri="{FF2B5EF4-FFF2-40B4-BE49-F238E27FC236}">
                <a16:creationId xmlns:a16="http://schemas.microsoft.com/office/drawing/2014/main" id="{061846F5-C5D4-4224-93B2-A7DDC642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0" name="map-heading-2">
            <a:extLst xmlns:a="http://schemas.openxmlformats.org/drawingml/2006/main">
              <a:ext uri="{FF2B5EF4-FFF2-40B4-BE49-F238E27FC236}">
                <a16:creationId xmlns:a16="http://schemas.microsoft.com/office/drawing/2014/main" id="{01D7BAA7-EB3A-4F58-AEEB-04434CD5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Cuerpo</a:t>
            </a:r>
          </a:p>
        </p:txBody>
      </p:sp>
      <p:sp>
        <p:nvSpPr>
          <p:cNvPr id="51" name="map-body-2">
            <a:extLst xmlns:a="http://schemas.openxmlformats.org/drawingml/2006/main">
              <a:ext uri="{FF2B5EF4-FFF2-40B4-BE49-F238E27FC236}">
                <a16:creationId xmlns:a16="http://schemas.microsoft.com/office/drawing/2014/main" id="{45CE847B-BBC3-4A70-AD77-45F4CB76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95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visible, los hábitos y nuestras acciones.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7264121674695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53" name="footer-text">
            <a:extLst xmlns:a="http://schemas.openxmlformats.org/drawingml/2006/main">
              <a:ext uri="{FF2B5EF4-FFF2-40B4-BE49-F238E27FC236}">
                <a16:creationId xmlns:a16="http://schemas.microsoft.com/office/drawing/2014/main" id="{11605A52-99C5-454F-A014-4FED8CF2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8614832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0DE601B7-61AF-49A2-BB9C-E35936D9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C7DF0B10-EDCC-4B0C-AF98-0C21D616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A6E39016-1168-4F5C-B6E3-3EFBD165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03056495-45F9-44F4-B8D3-3064D360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C74D1CF3-0B7F-48D0-80DA-39D65AA5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FAEF436C-D12D-4B25-81E1-288D53C6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4E211823-F781-43C3-9AA1-0F1F34B5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B27C28AA-41EF-442A-AECB-EB3D850A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F57C5ED5-4F33-444B-869D-F64A5444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F5DBA6D0-7E66-4D48-BF24-47D34BA5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7962189B-51DD-4CB1-AD98-4C367F0F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A7CAC09F-6515-458F-BD62-8DF3F281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7834A8DF-3C11-493F-97ED-8DD40932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7E49D55-B26F-4D3F-ABC8-FCB6A80A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8D4DA920-EF6A-4D4A-8107-C1BF4F23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5DBDE25D-0406-40B1-BE80-D943EBFC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1AB72D1C-0526-431F-95C2-CE4E64F9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A837524B-7F57-4069-8D75-AF2F3B96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DF5D5EC7-CF34-41DE-8DC4-49DDD892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0A919DA7-5842-4DF2-9116-1F35ABF8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E8585A48-0854-444F-B38C-C09B2A3E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24CD7732-A3D7-4760-BAB1-31D64D7E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0578A47B-325D-40A3-8123-751421CE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4DFB2154-E2F8-420D-B320-0644BFC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6C475350-3393-4921-B38A-5924E608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45281796-60A3-4741-B20D-EBD0CCC2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397D8B7C-1DA0-497D-9423-DA2F5C03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361716A7-0FEB-41BD-8465-594D605E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E80EEC90-4418-49AE-8E52-57A46EC2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24358610-2871-4107-8BB7-A036CD53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4C682E14-F48E-4B34-9D31-74DABF0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CE094CE1-5833-4C01-8C69-CB68B9AE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5611E375-E3DD-48EC-A983-92627787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A041CAE8-7D6F-497D-9D9B-B7C1AC30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E4AC1B2F-56E5-4FB9-AE55-92F2DC65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57959279-BEDD-41D5-A6DF-E2E374CD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C1DE78B9-ABA9-405E-BB0C-A3C98C23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959226EE-4D36-478A-AABA-B9AF1D44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PUNTO PRINCIPAL</a:t>
            </a:r>
          </a:p>
        </p:txBody>
      </p:sp>
      <p:sp>
        <p:nvSpPr>
          <p:cNvPr id="39" name="point-kicker">
            <a:extLst xmlns:a="http://schemas.openxmlformats.org/drawingml/2006/main">
              <a:ext uri="{FF2B5EF4-FFF2-40B4-BE49-F238E27FC236}">
                <a16:creationId xmlns:a16="http://schemas.microsoft.com/office/drawing/2014/main" id="{CF3DE9A6-524A-4162-9A76-033DA1FD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PUNTO 1</a:t>
            </a:r>
          </a:p>
        </p:txBody>
      </p:sp>
      <p:sp>
        <p:nvSpPr>
          <p:cNvPr id="40" name="point-title">
            <a:extLst xmlns:a="http://schemas.openxmlformats.org/drawingml/2006/main">
              <a:ext uri="{FF2B5EF4-FFF2-40B4-BE49-F238E27FC236}">
                <a16:creationId xmlns:a16="http://schemas.microsoft.com/office/drawing/2014/main" id="{266120E1-98BD-4E3B-B5B6-46D8DCD8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Título corto editable</a:t>
            </a:r>
          </a:p>
        </p:txBody>
      </p:sp>
      <p:sp>
        <p:nvSpPr>
          <p:cNvPr id="41" name="point-body">
            <a:extLst xmlns:a="http://schemas.openxmlformats.org/drawingml/2006/main">
              <a:ext uri="{FF2B5EF4-FFF2-40B4-BE49-F238E27FC236}">
                <a16:creationId xmlns:a16="http://schemas.microsoft.com/office/drawing/2014/main" id="{2CAC6B7C-BC33-47D1-8207-07BCE36C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D9D9D9"/>
                </a:solidFill>
                <a:latin typeface="Arial"/>
                <a:ea typeface="Arial"/>
                <a:cs typeface="Arial"/>
              </a:rPr>
              <a:t>Una frase de desarrollo para explicar la idea sin llenar demasiado la pantalla.</a:t>
            </a:r>
          </a:p>
        </p:txBody>
      </p:sp>
      <p:sp>
        <p:nvSpPr>
          <p:cNvPr id="42" name="visual-frame">
            <a:extLst xmlns:a="http://schemas.openxmlformats.org/drawingml/2006/main">
              <a:ext uri="{FF2B5EF4-FFF2-40B4-BE49-F238E27FC236}">
                <a16:creationId xmlns:a16="http://schemas.microsoft.com/office/drawing/2014/main" id="{298A9350-0425-402D-B743-68D1C867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571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5A5A"/>
            </a:solidFill>
            <a:prstDash val="solid"/>
          </a:ln>
        </p:spPr>
      </p:sp>
      <p:sp>
        <p:nvSpPr>
          <p:cNvPr id="43" name="visual-circle">
            <a:extLst xmlns:a="http://schemas.openxmlformats.org/drawingml/2006/main">
              <a:ext uri="{FF2B5EF4-FFF2-40B4-BE49-F238E27FC236}">
                <a16:creationId xmlns:a16="http://schemas.microsoft.com/office/drawing/2014/main" id="{42513558-29A7-44BE-BC42-D8CF622B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31c4396554734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4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8FE63585-95E0-4B1D-8ED1-A9A6EDD6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239356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493E02BD-8AD5-47E1-AFFE-00BB9922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00127DA7-D678-4F79-9F21-E1DBB350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44BE2700-9607-4D2E-A3E1-6A206442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B4F8699B-9329-4353-85F2-6254DE6F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0E027FBB-DA83-4FCA-AFF0-B2589964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781E042-37EB-4C28-9A83-8AF3DC7E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3E11B5B4-D638-4C03-8832-A0F06F3C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53A7F620-2C18-4358-BF02-4FAD82F7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89846FD9-EEB6-49B2-8130-DF6CED0F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97000AF6-0DE7-458C-A129-294E921D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DED9DB55-74EA-4C27-8C46-B3821CEA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52490F5E-F69C-4940-8CB7-3E7A7469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BDF877E0-D56A-4DED-9DDF-AA04A820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A3629F0F-1B9D-4ECE-9B03-FF347AAC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0B74453A-0307-4F79-9731-A346D655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E06E1BAF-0C18-4B19-85C3-44C60816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611BC92A-1919-4614-A47D-BFE0190D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C7AC7C60-A4B3-464F-BD5B-82191BD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EF98E66F-6F5C-4C29-812A-D882FD0D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57919CAF-B4F1-4618-9461-CC8C5B21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6F919F64-61B2-4695-8BD6-4B339436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642D7E3C-31F2-476F-97F2-58D693FD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EEFB8DBB-0DFF-42E8-8249-48D4E4FC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9AAF1DDA-F0E6-4489-8845-2ACD1D1A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9913318D-4570-4FE8-9681-7F774528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2E35271-6A47-4DE0-AE7C-C0A27E95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0A946916-C5B7-499E-BEA4-2AAE863B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F3AFB788-3BA8-4701-9599-51DE64FF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65A18F9E-CB1E-48A6-9322-125E2DCB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DEC39845-9D47-419A-8D4B-74EBCE76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16D6E682-B975-4505-99AD-C8A80B4D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61065061-5CFF-4CDB-B4C9-AEAD4B9C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B1FA669B-E6ED-4E6D-B58E-939FA1C8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DD48E449-E57F-4F01-8903-B0B7996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2A2B42E7-50B2-4A43-A77D-370162D1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CEF59780-2B97-47CE-A5C5-35E414AA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8282410C-0776-4939-83E4-69FC15B5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F342A527-2086-4DF2-A46D-D8F1811B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ILUSTRACIÓN VISUAL</a:t>
            </a:r>
          </a:p>
        </p:txBody>
      </p:sp>
      <p:sp>
        <p:nvSpPr>
          <p:cNvPr id="39" name="media-title">
            <a:extLst xmlns:a="http://schemas.openxmlformats.org/drawingml/2006/main">
              <a:ext uri="{FF2B5EF4-FFF2-40B4-BE49-F238E27FC236}">
                <a16:creationId xmlns:a16="http://schemas.microsoft.com/office/drawing/2014/main" id="{A56E568A-C8C3-4ABA-8A4F-CC4EB4AB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Espacio para imagen,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video o captura</a:t>
            </a:r>
          </a:p>
        </p:txBody>
      </p:sp>
      <p:sp>
        <p:nvSpPr>
          <p:cNvPr id="40" name="media-body">
            <a:extLst xmlns:a="http://schemas.openxmlformats.org/drawingml/2006/main">
              <a:ext uri="{FF2B5EF4-FFF2-40B4-BE49-F238E27FC236}">
                <a16:creationId xmlns:a16="http://schemas.microsoft.com/office/drawing/2014/main" id="{16217507-FCF0-43AC-B6B6-1BD92F4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D9D9"/>
                </a:solidFill>
                <a:latin typeface="Arial"/>
                <a:ea typeface="Arial"/>
                <a:cs typeface="Arial"/>
              </a:rPr>
              <a:t>Usá este layout para ejemplos visuales, publicaciones, capturas o recursos multimedia.</a:t>
            </a:r>
          </a:p>
        </p:txBody>
      </p:sp>
      <p:sp>
        <p:nvSpPr>
          <p:cNvPr id="41" name="media-frame">
            <a:extLst xmlns:a="http://schemas.openxmlformats.org/drawingml/2006/main">
              <a:ext uri="{FF2B5EF4-FFF2-40B4-BE49-F238E27FC236}">
                <a16:creationId xmlns:a16="http://schemas.microsoft.com/office/drawing/2014/main" id="{43D120C4-B329-494D-B1F2-2493281C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4000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42" name="media-corner-t-h">
            <a:extLst xmlns:a="http://schemas.openxmlformats.org/drawingml/2006/main">
              <a:ext uri="{FF2B5EF4-FFF2-40B4-BE49-F238E27FC236}">
                <a16:creationId xmlns:a16="http://schemas.microsoft.com/office/drawing/2014/main" id="{30E171AF-76B7-4342-820C-03B63563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media-corner-t-v">
            <a:extLst xmlns:a="http://schemas.openxmlformats.org/drawingml/2006/main">
              <a:ext uri="{FF2B5EF4-FFF2-40B4-BE49-F238E27FC236}">
                <a16:creationId xmlns:a16="http://schemas.microsoft.com/office/drawing/2014/main" id="{317F481C-35A3-4FFE-AC1B-5A459AEB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media-corner-b-h">
            <a:extLst xmlns:a="http://schemas.openxmlformats.org/drawingml/2006/main">
              <a:ext uri="{FF2B5EF4-FFF2-40B4-BE49-F238E27FC236}">
                <a16:creationId xmlns:a16="http://schemas.microsoft.com/office/drawing/2014/main" id="{ABC77E88-8C37-40F1-B80D-BC0B2AA6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61975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media-corner-b-v">
            <a:extLst xmlns:a="http://schemas.openxmlformats.org/drawingml/2006/main">
              <a:ext uri="{FF2B5EF4-FFF2-40B4-BE49-F238E27FC236}">
                <a16:creationId xmlns:a16="http://schemas.microsoft.com/office/drawing/2014/main" id="{4263DD0E-3EB1-4B58-AEAD-67BE28F7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89585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media-placeholder">
            <a:extLst xmlns:a="http://schemas.openxmlformats.org/drawingml/2006/main">
              <a:ext uri="{FF2B5EF4-FFF2-40B4-BE49-F238E27FC236}">
                <a16:creationId xmlns:a16="http://schemas.microsoft.com/office/drawing/2014/main" id="{755B6B95-EC84-4200-8C55-D333657F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9D9D9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D9D9D"/>
                </a:solidFill>
                <a:latin typeface="Arial"/>
                <a:ea typeface="Arial"/>
                <a:cs typeface="Arial"/>
              </a:rPr>
              <a:t>INSERTAR</a:t>
            </a:r>
          </a:p>
          <a:p xmlns:a="http://schemas.openxmlformats.org/drawingml/2006/main">
            <a:pPr algn="ctr">
              <a:defRPr sz="2325" b="1">
                <a:solidFill>
                  <a:srgbClr val="9D9D9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D9D9D"/>
                </a:solidFill>
                <a:latin typeface="Arial"/>
                <a:ea typeface="Arial"/>
                <a:cs typeface="Arial"/>
              </a:rPr>
              <a:t>IMAGEN / VIDEO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195cdcaf9484e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48" name="footer-text">
            <a:extLst xmlns:a="http://schemas.openxmlformats.org/drawingml/2006/main">
              <a:ext uri="{FF2B5EF4-FFF2-40B4-BE49-F238E27FC236}">
                <a16:creationId xmlns:a16="http://schemas.microsoft.com/office/drawing/2014/main" id="{87A54EC1-2480-434A-9AF6-8220925E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84528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6C7D3A65-B7E7-4F25-B96C-1A805BCF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A32D7819-2120-41CD-AA7E-AE9F321D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410D3054-ADB0-4FF5-A363-B9FD96D3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30196E66-7823-482B-A6D1-F3DA719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E007C54-4FA1-42EC-B23E-97B7D5E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3E12644C-6DDE-4569-B6BC-C6A3DE13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B591ED21-0BFB-46B3-A899-01D6793A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B7506494-EA89-443F-8680-3FA09153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0D80AD6-4579-461E-99C7-393935EE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5DCE7995-A83D-410C-B5B4-AC8B092F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CFF28D6D-0320-4F0F-89D4-3079A11A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8C1A60EB-9797-4E62-AC4B-C13140BD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27B7F7C4-C7CA-4900-9986-A6004439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AAEFFACE-1C17-425A-B062-78D4853A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4DBCFA11-83A9-4633-97E6-705E31D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CD70B5E8-0E2B-46BE-8EB1-B5754660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72B9C0BF-D6C1-4BFE-81B3-5989497F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114A908D-0488-4A65-925E-436C198D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EFAD3A6F-A0A5-40E5-841B-85CBB634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AC9C98DD-BC84-4D3E-96FE-324057F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B0C0BD82-9087-4946-A5C2-6883851C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4EBECB9C-E2E9-4210-95E7-9888DA6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8665A80E-E410-433D-B603-8C215A3E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1685239A-72D7-45C6-88AC-8BB1199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137C7F5F-2FC6-4555-ABEE-EC93FAE2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3E416A31-E38E-43E2-AAA4-8E0FBADF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809F2C17-8BD1-4D39-A06B-1FFDB3DB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FC2CC23E-2FA0-44A5-B454-BA5A1A6A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EE4B2165-0FF3-4824-956D-AEBED8D5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5F732B5B-9187-4047-AB20-C7FD34CA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013EC0EF-971F-4411-A31F-8783878D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EB94976A-3FC2-461C-BBE0-4002D8E1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1EB9488E-1B95-4FE3-9F7E-7678B504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49A15044-7729-4207-8A35-18D18532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426ECD98-8B6F-4BEC-8839-EB024B83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BF363DA9-D798-46B6-BD55-F2B876AD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2076376D-1419-4AB0-BD67-6BEA7EEE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06100DB5-714B-4C45-B61A-1AC53788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CONTRASTE ESPIRITUAL</a:t>
            </a:r>
          </a:p>
        </p:txBody>
      </p:sp>
      <p:sp>
        <p:nvSpPr>
          <p:cNvPr id="39" name="contrast-title">
            <a:extLst xmlns:a="http://schemas.openxmlformats.org/drawingml/2006/main">
              <a:ext uri="{FF2B5EF4-FFF2-40B4-BE49-F238E27FC236}">
                <a16:creationId xmlns:a16="http://schemas.microsoft.com/office/drawing/2014/main" id="{BC884080-B456-4F16-B5A9-B5754E0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mostramos y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Dios ve</a:t>
            </a:r>
          </a:p>
        </p:txBody>
      </p:sp>
      <p:sp>
        <p:nvSpPr>
          <p:cNvPr id="40" name="contrast-card-0">
            <a:extLst xmlns:a="http://schemas.openxmlformats.org/drawingml/2006/main">
              <a:ext uri="{FF2B5EF4-FFF2-40B4-BE49-F238E27FC236}">
                <a16:creationId xmlns:a16="http://schemas.microsoft.com/office/drawing/2014/main" id="{F4D9FE5E-9192-44C5-878D-291D083E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47625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41" name="contrast-heading-0">
            <a:extLst xmlns:a="http://schemas.openxmlformats.org/drawingml/2006/main">
              <a:ext uri="{FF2B5EF4-FFF2-40B4-BE49-F238E27FC236}">
                <a16:creationId xmlns:a16="http://schemas.microsoft.com/office/drawing/2014/main" id="{2502AD6C-A5F6-4DFC-BA10-CE9578F8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95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Selfie</a:t>
            </a:r>
          </a:p>
        </p:txBody>
      </p:sp>
      <p:sp>
        <p:nvSpPr>
          <p:cNvPr id="42" name="contrast-item-0-0">
            <a:extLst xmlns:a="http://schemas.openxmlformats.org/drawingml/2006/main">
              <a:ext uri="{FF2B5EF4-FFF2-40B4-BE49-F238E27FC236}">
                <a16:creationId xmlns:a16="http://schemas.microsoft.com/office/drawing/2014/main" id="{32825253-9875-4DFB-9AC4-F4CDAD8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D9D9"/>
                </a:solidFill>
                <a:latin typeface="Arial"/>
                <a:ea typeface="Arial"/>
                <a:cs typeface="Arial"/>
              </a:rPr>
              <a:t>Apariencia</a:t>
            </a:r>
          </a:p>
        </p:txBody>
      </p:sp>
      <p:sp>
        <p:nvSpPr>
          <p:cNvPr id="43" name="contrast-line-0-0">
            <a:extLst xmlns:a="http://schemas.openxmlformats.org/drawingml/2006/main">
              <a:ext uri="{FF2B5EF4-FFF2-40B4-BE49-F238E27FC236}">
                <a16:creationId xmlns:a16="http://schemas.microsoft.com/office/drawing/2014/main" id="{5B1D66D8-3685-4DD0-89BE-F2A727B4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00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contrast-item-0-1">
            <a:extLst xmlns:a="http://schemas.openxmlformats.org/drawingml/2006/main">
              <a:ext uri="{FF2B5EF4-FFF2-40B4-BE49-F238E27FC236}">
                <a16:creationId xmlns:a16="http://schemas.microsoft.com/office/drawing/2014/main" id="{94BA2B8D-624D-440E-9C1A-A9086D81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D9D9"/>
                </a:solidFill>
                <a:latin typeface="Arial"/>
                <a:ea typeface="Arial"/>
                <a:cs typeface="Arial"/>
              </a:rPr>
              <a:t>Carne</a:t>
            </a:r>
          </a:p>
        </p:txBody>
      </p:sp>
      <p:sp>
        <p:nvSpPr>
          <p:cNvPr id="45" name="contrast-line-0-1">
            <a:extLst xmlns:a="http://schemas.openxmlformats.org/drawingml/2006/main">
              <a:ext uri="{FF2B5EF4-FFF2-40B4-BE49-F238E27FC236}">
                <a16:creationId xmlns:a16="http://schemas.microsoft.com/office/drawing/2014/main" id="{A3666F2C-CE4C-467E-8C92-83B61A4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00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ntrast-item-0-2">
            <a:extLst xmlns:a="http://schemas.openxmlformats.org/drawingml/2006/main">
              <a:ext uri="{FF2B5EF4-FFF2-40B4-BE49-F238E27FC236}">
                <a16:creationId xmlns:a16="http://schemas.microsoft.com/office/drawing/2014/main" id="{BA5F2449-F46F-4414-9C68-2F094EF3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muestro</a:t>
            </a:r>
          </a:p>
        </p:txBody>
      </p:sp>
      <p:sp>
        <p:nvSpPr>
          <p:cNvPr id="47" name="contrast-line-0-2">
            <a:extLst xmlns:a="http://schemas.openxmlformats.org/drawingml/2006/main">
              <a:ext uri="{FF2B5EF4-FFF2-40B4-BE49-F238E27FC236}">
                <a16:creationId xmlns:a16="http://schemas.microsoft.com/office/drawing/2014/main" id="{A4FBC63A-9F32-4A04-81F5-4D073ECA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101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ontrast-item-0-3">
            <a:extLst xmlns:a="http://schemas.openxmlformats.org/drawingml/2006/main">
              <a:ext uri="{FF2B5EF4-FFF2-40B4-BE49-F238E27FC236}">
                <a16:creationId xmlns:a16="http://schemas.microsoft.com/office/drawing/2014/main" id="{9D584CAE-306D-4851-BB2C-175013B1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14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D9D9"/>
                </a:solidFill>
                <a:latin typeface="Arial"/>
                <a:ea typeface="Arial"/>
                <a:cs typeface="Arial"/>
              </a:rPr>
              <a:t>Control propio</a:t>
            </a:r>
          </a:p>
        </p:txBody>
      </p:sp>
      <p:sp>
        <p:nvSpPr>
          <p:cNvPr id="49" name="contrast-line-0-3">
            <a:extLst xmlns:a="http://schemas.openxmlformats.org/drawingml/2006/main">
              <a:ext uri="{FF2B5EF4-FFF2-40B4-BE49-F238E27FC236}">
                <a16:creationId xmlns:a16="http://schemas.microsoft.com/office/drawing/2014/main" id="{EC4D675D-8C2A-45B7-B122-7A98CCC5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01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ntrast-card-1">
            <a:extLst xmlns:a="http://schemas.openxmlformats.org/drawingml/2006/main">
              <a:ext uri="{FF2B5EF4-FFF2-40B4-BE49-F238E27FC236}">
                <a16:creationId xmlns:a16="http://schemas.microsoft.com/office/drawing/2014/main" id="{A17AE94E-D867-491F-BC58-A037B5CA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81300"/>
            <a:ext cx="47625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9525">
            <a:solidFill>
              <a:srgbClr val="3B3B3B"/>
            </a:solidFill>
            <a:prstDash val="solid"/>
          </a:ln>
        </p:spPr>
      </p:sp>
      <p:sp>
        <p:nvSpPr>
          <p:cNvPr id="51" name="contrast-heading-1">
            <a:extLst xmlns:a="http://schemas.openxmlformats.org/drawingml/2006/main">
              <a:ext uri="{FF2B5EF4-FFF2-40B4-BE49-F238E27FC236}">
                <a16:creationId xmlns:a16="http://schemas.microsoft.com/office/drawing/2014/main" id="{A9B6C0FA-A18A-48AF-9840-469AB5A5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956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Verdad</a:t>
            </a:r>
          </a:p>
        </p:txBody>
      </p:sp>
      <p:sp>
        <p:nvSpPr>
          <p:cNvPr id="52" name="contrast-item-1-0">
            <a:extLst xmlns:a="http://schemas.openxmlformats.org/drawingml/2006/main">
              <a:ext uri="{FF2B5EF4-FFF2-40B4-BE49-F238E27FC236}">
                <a16:creationId xmlns:a16="http://schemas.microsoft.com/office/drawing/2014/main" id="{3908E51F-0CDC-4032-8FF1-6B36D56D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14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D9D9"/>
                </a:solidFill>
                <a:latin typeface="Arial"/>
                <a:ea typeface="Arial"/>
                <a:cs typeface="Arial"/>
              </a:rPr>
              <a:t>Interior</a:t>
            </a:r>
          </a:p>
        </p:txBody>
      </p:sp>
      <p:sp>
        <p:nvSpPr>
          <p:cNvPr id="53" name="contrast-line-1-0">
            <a:extLst xmlns:a="http://schemas.openxmlformats.org/drawingml/2006/main">
              <a:ext uri="{FF2B5EF4-FFF2-40B4-BE49-F238E27FC236}">
                <a16:creationId xmlns:a16="http://schemas.microsoft.com/office/drawing/2014/main" id="{1521A9E0-5498-4878-B734-E97E2481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00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ntrast-item-1-1">
            <a:extLst xmlns:a="http://schemas.openxmlformats.org/drawingml/2006/main">
              <a:ext uri="{FF2B5EF4-FFF2-40B4-BE49-F238E27FC236}">
                <a16:creationId xmlns:a16="http://schemas.microsoft.com/office/drawing/2014/main" id="{5C110175-89B0-48E2-ABA4-9E2F54F8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D9D9"/>
                </a:solidFill>
                <a:latin typeface="Arial"/>
                <a:ea typeface="Arial"/>
                <a:cs typeface="Arial"/>
              </a:rPr>
              <a:t>Espíritu</a:t>
            </a:r>
          </a:p>
        </p:txBody>
      </p:sp>
      <p:sp>
        <p:nvSpPr>
          <p:cNvPr id="55" name="contrast-line-1-1">
            <a:extLst xmlns:a="http://schemas.openxmlformats.org/drawingml/2006/main">
              <a:ext uri="{FF2B5EF4-FFF2-40B4-BE49-F238E27FC236}">
                <a16:creationId xmlns:a16="http://schemas.microsoft.com/office/drawing/2014/main" id="{23F4E4E9-4C11-4BAF-A427-8248B9FC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00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ntrast-item-1-2">
            <a:extLst xmlns:a="http://schemas.openxmlformats.org/drawingml/2006/main">
              <a:ext uri="{FF2B5EF4-FFF2-40B4-BE49-F238E27FC236}">
                <a16:creationId xmlns:a16="http://schemas.microsoft.com/office/drawing/2014/main" id="{9381DBAD-A294-4917-98D1-D7436488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14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D9D9"/>
                </a:solidFill>
                <a:latin typeface="Arial"/>
                <a:ea typeface="Arial"/>
                <a:cs typeface="Arial"/>
              </a:rPr>
              <a:t>Lo que Dios ve</a:t>
            </a:r>
          </a:p>
        </p:txBody>
      </p:sp>
      <p:sp>
        <p:nvSpPr>
          <p:cNvPr id="57" name="contrast-line-1-2">
            <a:extLst xmlns:a="http://schemas.openxmlformats.org/drawingml/2006/main">
              <a:ext uri="{FF2B5EF4-FFF2-40B4-BE49-F238E27FC236}">
                <a16:creationId xmlns:a16="http://schemas.microsoft.com/office/drawing/2014/main" id="{2BA51684-9235-49C6-A55B-66B34257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101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ntrast-item-1-3">
            <a:extLst xmlns:a="http://schemas.openxmlformats.org/drawingml/2006/main">
              <a:ext uri="{FF2B5EF4-FFF2-40B4-BE49-F238E27FC236}">
                <a16:creationId xmlns:a16="http://schemas.microsoft.com/office/drawing/2014/main" id="{023E450C-5DDD-4E54-92B7-6197BF7A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D9D9D9"/>
                </a:solidFill>
                <a:latin typeface="Arial"/>
                <a:ea typeface="Arial"/>
                <a:cs typeface="Arial"/>
              </a:rPr>
              <a:t>Guía de Dios</a:t>
            </a:r>
          </a:p>
        </p:txBody>
      </p:sp>
      <p:sp>
        <p:nvSpPr>
          <p:cNvPr id="59" name="contrast-line-1-3">
            <a:extLst xmlns:a="http://schemas.openxmlformats.org/drawingml/2006/main">
              <a:ext uri="{FF2B5EF4-FFF2-40B4-BE49-F238E27FC236}">
                <a16:creationId xmlns:a16="http://schemas.microsoft.com/office/drawing/2014/main" id="{11A47276-1F91-43DF-9666-09D3AE89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01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766d10be5440f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6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D1513327-26F0-4805-9873-CCFF34EB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2032099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51890DA6-C950-4F4D-AC16-33A8F420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9F1E575F-0DF4-4B3F-8513-6FF5C1EC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FFB9A618-D91D-42B6-9B8A-155BDDDA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rid-v">
            <a:extLst xmlns:a="http://schemas.openxmlformats.org/drawingml/2006/main">
              <a:ext uri="{FF2B5EF4-FFF2-40B4-BE49-F238E27FC236}">
                <a16:creationId xmlns:a16="http://schemas.microsoft.com/office/drawing/2014/main" id="{D5EB2AEC-CC25-41CA-B326-00D46E2B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17C0A401-2435-45AA-911B-BE140000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FA53A062-400D-461E-961D-30658F99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24763252-C079-4906-AA8A-91BB5365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64C744F7-3291-477A-ACB0-551ED984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AF78B378-079C-4B73-B878-7D2C92E6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F3C83965-249E-43FC-A40C-7CBE1848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34D89DA0-D260-4927-87EE-555E67C8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4AFEB2C-889B-4EA5-A2C8-F8D937C6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72E6ADB3-E3D9-452F-9C1E-750266A7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F5F89AEE-EB6A-4BA7-91A3-47183FD5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FD67A9BD-4CD6-49AD-99DB-E36DB03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D0E2D68F-F880-4BEA-9848-639C4D82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40545C64-8E66-4F2E-8B57-1493B4F2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FD97E4E3-8D0C-4E23-B85E-B05308ED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B9CBCAB1-5756-49E8-B40E-5B3F3BE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E054CFF2-5C6D-461A-8042-A6847903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id-v">
            <a:extLst xmlns:a="http://schemas.openxmlformats.org/drawingml/2006/main">
              <a:ext uri="{FF2B5EF4-FFF2-40B4-BE49-F238E27FC236}">
                <a16:creationId xmlns:a16="http://schemas.microsoft.com/office/drawing/2014/main" id="{96A17413-DF68-4A3F-9A83-9C378160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id-v">
            <a:extLst xmlns:a="http://schemas.openxmlformats.org/drawingml/2006/main">
              <a:ext uri="{FF2B5EF4-FFF2-40B4-BE49-F238E27FC236}">
                <a16:creationId xmlns:a16="http://schemas.microsoft.com/office/drawing/2014/main" id="{3E927751-D610-4785-A7EB-5A59A700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3CE1E45E-139D-4E72-A6EE-0878D6B8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F67EB858-20D4-40E4-82E7-0131489E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DD794E39-3613-4D22-B60D-6743BB33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3CC4E669-065D-46A8-8776-900CA3DD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66D8F70B-85F8-4C9C-9B06-AD908018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E817190-86FF-4C82-9FA4-1B1C13F5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C4A89E16-6016-40C9-B552-42A59F9C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2A13228A-C73D-4F90-987F-07A51D9A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CBBC65C5-AA28-4D1F-A2AD-A4F30A91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53D25BEF-AB15-49F1-8BD3-71DB72F5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id-h">
            <a:extLst xmlns:a="http://schemas.openxmlformats.org/drawingml/2006/main">
              <a:ext uri="{FF2B5EF4-FFF2-40B4-BE49-F238E27FC236}">
                <a16:creationId xmlns:a16="http://schemas.microsoft.com/office/drawing/2014/main" id="{A3201301-E1FD-4CE8-BC44-501A5A97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id-h">
            <a:extLst xmlns:a="http://schemas.openxmlformats.org/drawingml/2006/main">
              <a:ext uri="{FF2B5EF4-FFF2-40B4-BE49-F238E27FC236}">
                <a16:creationId xmlns:a16="http://schemas.microsoft.com/office/drawing/2014/main" id="{9A637120-1378-4DF2-BBB6-2E74E739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id-h">
            <a:extLst xmlns:a="http://schemas.openxmlformats.org/drawingml/2006/main">
              <a:ext uri="{FF2B5EF4-FFF2-40B4-BE49-F238E27FC236}">
                <a16:creationId xmlns:a16="http://schemas.microsoft.com/office/drawing/2014/main" id="{9FF2FB0D-48D4-4D1F-A897-CFE55E0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86F551EF-0A75-4BAC-A00F-466135B0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37" name="label-dot">
            <a:extLst xmlns:a="http://schemas.openxmlformats.org/drawingml/2006/main">
              <a:ext uri="{FF2B5EF4-FFF2-40B4-BE49-F238E27FC236}">
                <a16:creationId xmlns:a16="http://schemas.microsoft.com/office/drawing/2014/main" id="{8A03F8DF-17AC-4B0C-BB14-291CAECE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label-text">
            <a:extLst xmlns:a="http://schemas.openxmlformats.org/drawingml/2006/main">
              <a:ext uri="{FF2B5EF4-FFF2-40B4-BE49-F238E27FC236}">
                <a16:creationId xmlns:a16="http://schemas.microsoft.com/office/drawing/2014/main" id="{AB12695B-3067-4978-8379-94441E6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76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APLICACIÓN PRÁCTICA</a:t>
            </a:r>
          </a:p>
        </p:txBody>
      </p:sp>
      <p:sp>
        <p:nvSpPr>
          <p:cNvPr id="39" name="application-main">
            <a:extLst xmlns:a="http://schemas.openxmlformats.org/drawingml/2006/main">
              <a:ext uri="{FF2B5EF4-FFF2-40B4-BE49-F238E27FC236}">
                <a16:creationId xmlns:a16="http://schemas.microsoft.com/office/drawing/2014/main" id="{C75FA778-32DD-4352-B4A4-7CAC56E8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00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Necesitamos preguntarnos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 estamos alimentando.</a:t>
            </a:r>
          </a:p>
        </p:txBody>
      </p:sp>
      <p:sp>
        <p:nvSpPr>
          <p:cNvPr id="40" name="application-highlight">
            <a:extLst xmlns:a="http://schemas.openxmlformats.org/drawingml/2006/main">
              <a:ext uri="{FF2B5EF4-FFF2-40B4-BE49-F238E27FC236}">
                <a16:creationId xmlns:a16="http://schemas.microsoft.com/office/drawing/2014/main" id="{C5E17CBB-90E2-4455-A550-CE0B068E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622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84A2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84A2A"/>
                </a:solidFill>
                <a:latin typeface="Arial"/>
                <a:ea typeface="Arial"/>
                <a:cs typeface="Arial"/>
              </a:rPr>
              <a:t>alimentando.</a:t>
            </a:r>
          </a:p>
        </p:txBody>
      </p:sp>
      <p:sp>
        <p:nvSpPr>
          <p:cNvPr id="41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6DEEA4EE-2CE6-40B2-AE5B-4B85CD16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D9D9D9"/>
                </a:solidFill>
                <a:latin typeface="Arial"/>
                <a:ea typeface="Arial"/>
                <a:cs typeface="Arial"/>
              </a:rPr>
              <a:t>Un desafío en primera persona plural para responder juntos, con claridad y cuidado pastoral.</a:t>
            </a:r>
          </a:p>
        </p:txBody>
      </p:sp>
      <p:sp>
        <p:nvSpPr>
          <p:cNvPr id="42" name="application-placeholder">
            <a:extLst xmlns:a="http://schemas.openxmlformats.org/drawingml/2006/main">
              <a:ext uri="{FF2B5EF4-FFF2-40B4-BE49-F238E27FC236}">
                <a16:creationId xmlns:a16="http://schemas.microsoft.com/office/drawing/2014/main" id="{5A141288-E524-4543-915E-F4C4CD8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286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6262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55c21a18c4e99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4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D3A94D77-6DE9-462A-BA55-70371FF5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5916859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A31E8306-7EEF-47ED-9B78-2B452CD9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26C4B15F-076B-4F50-A8BE-E05F32A3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C64F3776-DD83-44CB-AEC8-F94ADE6C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sponse-vignette">
            <a:extLst xmlns:a="http://schemas.openxmlformats.org/drawingml/2006/main">
              <a:ext uri="{FF2B5EF4-FFF2-40B4-BE49-F238E27FC236}">
                <a16:creationId xmlns:a16="http://schemas.microsoft.com/office/drawing/2014/main" id="{1E9E3544-24CD-4D3E-864B-1D14CFB0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bel-outline">
            <a:extLst xmlns:a="http://schemas.openxmlformats.org/drawingml/2006/main">
              <a:ext uri="{FF2B5EF4-FFF2-40B4-BE49-F238E27FC236}">
                <a16:creationId xmlns:a16="http://schemas.microsoft.com/office/drawing/2014/main" id="{7B83EFB0-CCFC-4E5E-B28B-883B5567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33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E84A2A"/>
            </a:solidFill>
            <a:prstDash val="solid"/>
          </a:ln>
        </p:spPr>
      </p:sp>
      <p:sp>
        <p:nvSpPr>
          <p:cNvPr id="6" name="label-dot">
            <a:extLst xmlns:a="http://schemas.openxmlformats.org/drawingml/2006/main">
              <a:ext uri="{FF2B5EF4-FFF2-40B4-BE49-F238E27FC236}">
                <a16:creationId xmlns:a16="http://schemas.microsoft.com/office/drawing/2014/main" id="{74D46E8C-BD0B-4085-AD01-969838D0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text">
            <a:extLst xmlns:a="http://schemas.openxmlformats.org/drawingml/2006/main">
              <a:ext uri="{FF2B5EF4-FFF2-40B4-BE49-F238E27FC236}">
                <a16:creationId xmlns:a16="http://schemas.microsoft.com/office/drawing/2014/main" id="{B25579A9-74A1-466A-904F-1E471C60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001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MOMENTO DE RESPUESTA</a:t>
            </a:r>
          </a:p>
        </p:txBody>
      </p:sp>
      <p:sp>
        <p:nvSpPr>
          <p:cNvPr id="8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56795524-3864-476F-82BC-CC7AB65D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781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Dios no mira solo la imagen.</a:t>
            </a:r>
          </a:p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Mira el corazón.</a:t>
            </a:r>
          </a:p>
        </p:txBody>
      </p:sp>
      <p:sp>
        <p:nvSpPr>
          <p:cNvPr id="9" name="response-subtitle">
            <a:extLst xmlns:a="http://schemas.openxmlformats.org/drawingml/2006/main">
              <a:ext uri="{FF2B5EF4-FFF2-40B4-BE49-F238E27FC236}">
                <a16:creationId xmlns:a16="http://schemas.microsoft.com/office/drawing/2014/main" id="{F22C7672-9AA3-4465-A1DF-873D96CB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D9D9D9"/>
                </a:solidFill>
                <a:latin typeface="Arial"/>
                <a:ea typeface="Arial"/>
                <a:cs typeface="Arial"/>
              </a:rPr>
              <a:t>Espacio para oración, reflexión o llamado final.</a:t>
            </a:r>
          </a:p>
        </p:txBody>
      </p:sp>
      <p:sp>
        <p:nvSpPr>
          <p:cNvPr id="10" name="response-line">
            <a:extLst xmlns:a="http://schemas.openxmlformats.org/drawingml/2006/main">
              <a:ext uri="{FF2B5EF4-FFF2-40B4-BE49-F238E27FC236}">
                <a16:creationId xmlns:a16="http://schemas.microsoft.com/office/drawing/2014/main" id="{3F0D5647-2D40-45DE-9313-B929688C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62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c62bc22b54018"/>
          <a:stretch xmlns:a="http://schemas.openxmlformats.org/drawingml/2006/main"/>
        </p:blipFill>
        <p:spPr>
          <a:xfrm xmlns:a="http://schemas.openxmlformats.org/drawingml/2006/main">
            <a:off x="10016134" y="6238875"/>
            <a:ext cx="198833" cy="266700"/>
          </a:xfrm>
          <a:prstGeom xmlns:a="http://schemas.openxmlformats.org/drawingml/2006/main" prst="rect">
            <a:avLst/>
          </a:prstGeom>
        </p:spPr>
      </p:pic>
      <p:sp>
        <p:nvSpPr>
          <p:cNvPr id="12" name="footer-text">
            <a:extLst xmlns:a="http://schemas.openxmlformats.org/drawingml/2006/main">
              <a:ext uri="{FF2B5EF4-FFF2-40B4-BE49-F238E27FC236}">
                <a16:creationId xmlns:a16="http://schemas.microsoft.com/office/drawing/2014/main" id="{B112381A-777B-4827-87D9-75F4C7DB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2579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FBFB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</p:spTree>
    <p:extLst>
      <p:ext uri="{BB962C8B-B14F-4D97-AF65-F5344CB8AC3E}">
        <p14:creationId xmlns:p14="http://schemas.microsoft.com/office/powerpoint/2010/main" val="14133882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-dark">
            <a:extLst xmlns:a="http://schemas.openxmlformats.org/drawingml/2006/main">
              <a:ext uri="{FF2B5EF4-FFF2-40B4-BE49-F238E27FC236}">
                <a16:creationId xmlns:a16="http://schemas.microsoft.com/office/drawing/2014/main" id="{E1EBAD5B-603C-481B-AF66-07B435F4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g-side-depth">
            <a:extLst xmlns:a="http://schemas.openxmlformats.org/drawingml/2006/main">
              <a:ext uri="{FF2B5EF4-FFF2-40B4-BE49-F238E27FC236}">
                <a16:creationId xmlns:a16="http://schemas.microsoft.com/office/drawing/2014/main" id="{19DB657F-C6E3-458A-B486-963C5367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glow">
            <a:extLst xmlns:a="http://schemas.openxmlformats.org/drawingml/2006/main">
              <a:ext uri="{FF2B5EF4-FFF2-40B4-BE49-F238E27FC236}">
                <a16:creationId xmlns:a16="http://schemas.microsoft.com/office/drawing/2014/main" id="{7A618476-9DC9-4264-8A7A-DF2E98DC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-138112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171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1bc220a0a45d5"/>
          <a:stretch xmlns:a="http://schemas.openxmlformats.org/drawingml/2006/main"/>
        </p:blipFill>
        <p:spPr>
          <a:xfrm xmlns:a="http://schemas.openxmlformats.org/drawingml/2006/main">
            <a:off x="5712537" y="1285875"/>
            <a:ext cx="766926" cy="1028700"/>
          </a:xfrm>
          <a:prstGeom xmlns:a="http://schemas.openxmlformats.org/drawingml/2006/main" prst="rect">
            <a:avLst/>
          </a:prstGeom>
        </p:spPr>
      </p:pic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5E95509-B7AF-4D06-BB71-F20D565B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432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 de Jóvenes - Raíces</a:t>
            </a:r>
          </a:p>
        </p:txBody>
      </p:sp>
      <p:sp>
        <p:nvSpPr>
          <p:cNvPr id="6" name="close-bar">
            <a:extLst xmlns:a="http://schemas.openxmlformats.org/drawingml/2006/main">
              <a:ext uri="{FF2B5EF4-FFF2-40B4-BE49-F238E27FC236}">
                <a16:creationId xmlns:a16="http://schemas.microsoft.com/office/drawing/2014/main" id="{B742C609-4054-4629-87F0-9076CA05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14750"/>
            <a:ext cx="422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A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77BB9F74-E7CB-4C6F-81FC-E3DCEB61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9D9D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D9D9"/>
                </a:solidFill>
                <a:latin typeface="Arial"/>
                <a:ea typeface="Arial"/>
                <a:cs typeface="Arial"/>
              </a:rPr>
              <a:t>Próxima reunión / fecha</a:t>
            </a:r>
          </a:p>
        </p:txBody>
      </p:sp>
    </p:spTree>
    <p:extLst>
      <p:ext uri="{BB962C8B-B14F-4D97-AF65-F5344CB8AC3E}">
        <p14:creationId xmlns:p14="http://schemas.microsoft.com/office/powerpoint/2010/main" val="474903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2026-06-20T04:04:19.6800000Z</dcterms:created>
  <dcterms:modified xsi:type="dcterms:W3CDTF">2026-06-20T04:04:19.6800000Z</dcterms:modified>
</coreProperties>
</file>