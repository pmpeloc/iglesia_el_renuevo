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b723a869774d06" /><Relationship Type="http://schemas.openxmlformats.org/officeDocument/2006/relationships/extended-properties" Target="/docProps/app.xml" Id="Red8d919c145d4039" /><Relationship Type="http://schemas.openxmlformats.org/officeDocument/2006/relationships/officeDocument" Target="/ppt/presentation.xml" Id="R7571e2bf19c84e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ad5fa0d31c481c"/>
  </p:sldMasterIdLst>
  <p:notesMasterIdLst>
    <p:notesMasterId xmlns:r="http://schemas.openxmlformats.org/officeDocument/2006/relationships" r:id="R9111dbe829644f1e"/>
  </p:notesMasterIdLst>
  <p:sldIdLst>
    <p:sldId xmlns:r="http://schemas.openxmlformats.org/officeDocument/2006/relationships" id="256" r:id="R25d19b0ecff64db9"/>
    <p:sldId xmlns:r="http://schemas.openxmlformats.org/officeDocument/2006/relationships" id="257" r:id="Re9e49db2e5f54fb7"/>
    <p:sldId xmlns:r="http://schemas.openxmlformats.org/officeDocument/2006/relationships" id="258" r:id="R84e9ce722bb24d07"/>
    <p:sldId xmlns:r="http://schemas.openxmlformats.org/officeDocument/2006/relationships" id="259" r:id="Rf860604690de46d7"/>
    <p:sldId xmlns:r="http://schemas.openxmlformats.org/officeDocument/2006/relationships" id="260" r:id="R055d617a73fe4b3b"/>
    <p:sldId xmlns:r="http://schemas.openxmlformats.org/officeDocument/2006/relationships" id="261" r:id="Ra0e65b977c0243f4"/>
    <p:sldId xmlns:r="http://schemas.openxmlformats.org/officeDocument/2006/relationships" id="262" r:id="R72bee748849e4a6f"/>
    <p:sldId xmlns:r="http://schemas.openxmlformats.org/officeDocument/2006/relationships" id="263" r:id="Rdc0d7bf24b9c4b87"/>
    <p:sldId xmlns:r="http://schemas.openxmlformats.org/officeDocument/2006/relationships" id="264" r:id="R2d64f0b30dd1429a"/>
    <p:sldId xmlns:r="http://schemas.openxmlformats.org/officeDocument/2006/relationships" id="265" r:id="R332358acd08343d3"/>
    <p:sldId xmlns:r="http://schemas.openxmlformats.org/officeDocument/2006/relationships" id="266" r:id="R404a2be0290047af"/>
    <p:sldId xmlns:r="http://schemas.openxmlformats.org/officeDocument/2006/relationships" id="267" r:id="Re629371ac3904e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97a9dfa6114f02" /><Relationship Type="http://schemas.openxmlformats.org/officeDocument/2006/relationships/slideMaster" Target="/ppt/slideMasters/slideMaster1.xml" Id="R90ad5fa0d31c481c" /><Relationship Type="http://schemas.openxmlformats.org/officeDocument/2006/relationships/notesMaster" Target="/ppt/notesMasters/notesMaster1.xml" Id="R9111dbe829644f1e" /><Relationship Type="http://schemas.openxmlformats.org/officeDocument/2006/relationships/presProps" Target="/ppt/presProps.xml" Id="R590cab5510c34ba9" /><Relationship Type="http://schemas.openxmlformats.org/officeDocument/2006/relationships/tableStyles" Target="/ppt/tableStyles.xml" Id="R97a566baa3844cc2" /><Relationship Type="http://schemas.openxmlformats.org/officeDocument/2006/relationships/slide" Target="/ppt/slides/slide1.xml" Id="R25d19b0ecff64db9" /><Relationship Type="http://schemas.openxmlformats.org/officeDocument/2006/relationships/slide" Target="/ppt/slides/slide2.xml" Id="Re9e49db2e5f54fb7" /><Relationship Type="http://schemas.openxmlformats.org/officeDocument/2006/relationships/slide" Target="/ppt/slides/slide3.xml" Id="R84e9ce722bb24d07" /><Relationship Type="http://schemas.openxmlformats.org/officeDocument/2006/relationships/slide" Target="/ppt/slides/slide4.xml" Id="Rf860604690de46d7" /><Relationship Type="http://schemas.openxmlformats.org/officeDocument/2006/relationships/slide" Target="/ppt/slides/slide5.xml" Id="R055d617a73fe4b3b" /><Relationship Type="http://schemas.openxmlformats.org/officeDocument/2006/relationships/slide" Target="/ppt/slides/slide6.xml" Id="Ra0e65b977c0243f4" /><Relationship Type="http://schemas.openxmlformats.org/officeDocument/2006/relationships/slide" Target="/ppt/slides/slide7.xml" Id="R72bee748849e4a6f" /><Relationship Type="http://schemas.openxmlformats.org/officeDocument/2006/relationships/slide" Target="/ppt/slides/slide8.xml" Id="Rdc0d7bf24b9c4b87" /><Relationship Type="http://schemas.openxmlformats.org/officeDocument/2006/relationships/slide" Target="/ppt/slides/slide9.xml" Id="R2d64f0b30dd1429a" /><Relationship Type="http://schemas.openxmlformats.org/officeDocument/2006/relationships/slide" Target="/ppt/slides/slide10.xml" Id="R332358acd08343d3" /><Relationship Type="http://schemas.openxmlformats.org/officeDocument/2006/relationships/slide" Target="/ppt/slides/slide11.xml" Id="R404a2be0290047af" /><Relationship Type="http://schemas.openxmlformats.org/officeDocument/2006/relationships/slide" Target="/ppt/slides/slide12.xml" Id="Re629371ac3904e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523b168aff4a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c5b6ca3bf54765" /><Relationship Type="http://schemas.openxmlformats.org/officeDocument/2006/relationships/notesMaster" Target="/ppt/notesMasters/notesMaster1.xml" Id="R98a1305844b544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cc0ecbc8e44371" /><Relationship Type="http://schemas.openxmlformats.org/officeDocument/2006/relationships/notesMaster" Target="/ppt/notesMasters/notesMaster1.xml" Id="Re2e51cf3424f4a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267c56fdad48f5" /><Relationship Type="http://schemas.openxmlformats.org/officeDocument/2006/relationships/notesMaster" Target="/ppt/notesMasters/notesMaster1.xml" Id="Rce9f1488a44347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577f927a574a15" /><Relationship Type="http://schemas.openxmlformats.org/officeDocument/2006/relationships/notesMaster" Target="/ppt/notesMasters/notesMaster1.xml" Id="R04966e5631b946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6166e9f3ea4b7e" /><Relationship Type="http://schemas.openxmlformats.org/officeDocument/2006/relationships/notesMaster" Target="/ppt/notesMasters/notesMaster1.xml" Id="R7d34cd3c49e441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c583deb5e34810" /><Relationship Type="http://schemas.openxmlformats.org/officeDocument/2006/relationships/notesMaster" Target="/ppt/notesMasters/notesMaster1.xml" Id="R80b208581a9f47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cd4a37447f482c" /><Relationship Type="http://schemas.openxmlformats.org/officeDocument/2006/relationships/notesMaster" Target="/ppt/notesMasters/notesMaster1.xml" Id="Ra2f376ac2c3042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92ed61da1b47a3" /><Relationship Type="http://schemas.openxmlformats.org/officeDocument/2006/relationships/notesMaster" Target="/ppt/notesMasters/notesMaster1.xml" Id="R7fd147f2dbc442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46862606904845" /><Relationship Type="http://schemas.openxmlformats.org/officeDocument/2006/relationships/notesMaster" Target="/ppt/notesMasters/notesMaster1.xml" Id="R4d773e2a4d7749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63e56253c14ab4" /><Relationship Type="http://schemas.openxmlformats.org/officeDocument/2006/relationships/notesMaster" Target="/ppt/notesMasters/notesMaster1.xml" Id="R47247cc2bee842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c31a7584524be2" /><Relationship Type="http://schemas.openxmlformats.org/officeDocument/2006/relationships/notesMaster" Target="/ppt/notesMasters/notesMaster1.xml" Id="R8a1f1fb26aa24d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49986252aa4efc" /><Relationship Type="http://schemas.openxmlformats.org/officeDocument/2006/relationships/notesMaster" Target="/ppt/notesMasters/notesMaster1.xml" Id="R5223b566b2de4f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7b523000643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7567737cb44c59" /><Relationship Type="http://schemas.openxmlformats.org/officeDocument/2006/relationships/slideLayout" Target="/ppt/slideLayouts/slideLayout1.xml" Id="R65b0feb152404e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b0feb152404e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d94dacc5048e1" /><Relationship Type="http://schemas.openxmlformats.org/officeDocument/2006/relationships/image" Target="/ppt/media/image.png" Id="R07b3b5ffeefd4519" /><Relationship Type="http://schemas.openxmlformats.org/officeDocument/2006/relationships/notesSlide" Target="/ppt/notesSlides/notesSlide1.xml" Id="R3dccb2e7d32346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49cd2466a4eff" /><Relationship Type="http://schemas.openxmlformats.org/officeDocument/2006/relationships/image" Target="/ppt/media/image2.png" Id="R407c626f0c0e43c0" /><Relationship Type="http://schemas.openxmlformats.org/officeDocument/2006/relationships/notesSlide" Target="/ppt/notesSlides/notesSlide2.xml" Id="Re7fe7004d9514a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278b057fa4411" /><Relationship Type="http://schemas.openxmlformats.org/officeDocument/2006/relationships/image" Target="/ppt/media/image3.png" Id="R69c66a69019942f0" /><Relationship Type="http://schemas.openxmlformats.org/officeDocument/2006/relationships/notesSlide" Target="/ppt/notesSlides/notesSlide3.xml" Id="R566f8d3c408348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b405c02004ba4" /><Relationship Type="http://schemas.openxmlformats.org/officeDocument/2006/relationships/image" Target="/ppt/media/image4.png" Id="Ra2691fe1f214469f" /><Relationship Type="http://schemas.openxmlformats.org/officeDocument/2006/relationships/notesSlide" Target="/ppt/notesSlides/notesSlide4.xml" Id="R752ff20eaa174b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02021455f4581" /><Relationship Type="http://schemas.openxmlformats.org/officeDocument/2006/relationships/image" Target="/ppt/media/image5.png" Id="R3da7ad04f4044618" /><Relationship Type="http://schemas.openxmlformats.org/officeDocument/2006/relationships/notesSlide" Target="/ppt/notesSlides/notesSlide5.xml" Id="Rcdc323b3f9ce42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563eed18e4b8a" /><Relationship Type="http://schemas.openxmlformats.org/officeDocument/2006/relationships/image" Target="/ppt/media/image6.png" Id="R2246d107e9e94c68" /><Relationship Type="http://schemas.openxmlformats.org/officeDocument/2006/relationships/notesSlide" Target="/ppt/notesSlides/notesSlide6.xml" Id="Rd27c9262788e42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26c414ba24d1b" /><Relationship Type="http://schemas.openxmlformats.org/officeDocument/2006/relationships/image" Target="/ppt/media/image7.png" Id="Rda76abc27c0146e4" /><Relationship Type="http://schemas.openxmlformats.org/officeDocument/2006/relationships/notesSlide" Target="/ppt/notesSlides/notesSlide7.xml" Id="R0ae33380352c47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d1ac79df84ba4" /><Relationship Type="http://schemas.openxmlformats.org/officeDocument/2006/relationships/image" Target="/ppt/media/image8.png" Id="Rfcf9c709d74d46e6" /><Relationship Type="http://schemas.openxmlformats.org/officeDocument/2006/relationships/notesSlide" Target="/ppt/notesSlides/notesSlide8.xml" Id="R4e9b469031e943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6a59620364db0" /><Relationship Type="http://schemas.openxmlformats.org/officeDocument/2006/relationships/image" Target="/ppt/media/image9.png" Id="Rb60441e4b9f748fd" /><Relationship Type="http://schemas.openxmlformats.org/officeDocument/2006/relationships/notesSlide" Target="/ppt/notesSlides/notesSlide9.xml" Id="Rdaa18f81628645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ab171bd224c2b" /><Relationship Type="http://schemas.openxmlformats.org/officeDocument/2006/relationships/image" Target="/ppt/media/image10.png" Id="Rc2ebb5007ba64c24" /><Relationship Type="http://schemas.openxmlformats.org/officeDocument/2006/relationships/notesSlide" Target="/ppt/notesSlides/notesSlide10.xml" Id="Rd818e460b37e4e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bb7c5562f4a37" /><Relationship Type="http://schemas.openxmlformats.org/officeDocument/2006/relationships/image" Target="/ppt/media/image11.png" Id="Rfbfb917f44ae48af" /><Relationship Type="http://schemas.openxmlformats.org/officeDocument/2006/relationships/notesSlide" Target="/ppt/notesSlides/notesSlide11.xml" Id="Rdc5244ea184844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55d0210e24f21" /><Relationship Type="http://schemas.openxmlformats.org/officeDocument/2006/relationships/image" Target="/ppt/media/image12.png" Id="Ra3cf1d3aad1a4cf8" /><Relationship Type="http://schemas.openxmlformats.org/officeDocument/2006/relationships/notesSlide" Target="/ppt/notesSlides/notesSlide12.xml" Id="R1e83d33151cd47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78DB3C4B-6B8D-40AD-B1E8-8FFCD460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BC7A4A66-5095-4FCE-9918-714393C2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DA49196E-C7DD-4B48-8801-943519F2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23737EA3-BB40-4D93-AF90-3C4A3055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E2A5D14F-E7E2-4D58-AA56-4CEE20A3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07B9396D-E3AB-45D9-BDA2-BFC2FFCA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C7CFCE70-2029-4524-A983-186569AE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A7243065-69C3-4692-9457-64DBCA0F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E915402F-CFB1-4831-8025-2CB3F160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C02DCEE0-D823-4C75-A533-304B6687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30E486DF-5E5F-4C8E-9059-BE3E4A0E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2C64212E-A18D-43DC-8DA9-CAC90E2F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262F6D83-FC29-4A8F-A669-942F0AD6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D841133F-F184-49BE-9B54-3239C3F2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AD2D60A0-C322-4A8A-A49A-23A6545A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C61A5726-255C-43A2-9E3A-309646C7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2A7AAFE8-7D76-44AA-AEE5-EAF0FD04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3D724293-4EEA-423C-8E12-FE898CB0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B9DEC79B-3D6F-44F5-BC4C-2FEB328E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351EE42E-D695-47F4-878D-A7EEACD6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6B6210A1-0ED5-491B-B05B-7F8BFB60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2DEC1943-1212-4653-81D2-D7790CB4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CD226307-465B-4D16-8677-7EB6EF54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19E2B670-82B1-4F2B-AA6B-001B00D0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606C5A86-C5D1-4DF2-B559-BB645113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74D42452-481D-47ED-93BE-D38E2B5E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87CC939A-948C-4436-A328-A8435E43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29A68BF2-A527-48D0-91DC-C92A43D0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45659766-BFE2-43E2-BC50-CCCF9442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162373C9-2CDE-4130-B144-909536AA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B9421188-F19F-4AD6-9C41-AFAEE0F9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F9543C05-B8A6-43FF-B00B-11A9AD77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6DB58A5F-2A47-47C9-A5A6-60056EAF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97968191-2F2A-4B2B-995F-B94F52C9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ED47BA70-8ADB-4F8F-B2F0-F528CD56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ed-impact-bar">
            <a:extLst xmlns:a="http://schemas.openxmlformats.org/drawingml/2006/main">
              <a:ext uri="{FF2B5EF4-FFF2-40B4-BE49-F238E27FC236}">
                <a16:creationId xmlns:a16="http://schemas.microsoft.com/office/drawing/2014/main" id="{03989071-24AB-4EDF-BB11-6E13CAA2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orange-impact-bar">
            <a:extLst xmlns:a="http://schemas.openxmlformats.org/drawingml/2006/main">
              <a:ext uri="{FF2B5EF4-FFF2-40B4-BE49-F238E27FC236}">
                <a16:creationId xmlns:a16="http://schemas.microsoft.com/office/drawing/2014/main" id="{ADD63193-E704-4419-8B9C-9D61E507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719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DB82A327-1A52-4A55-B4B5-6BA573BF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52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39" name="label-dot">
            <a:extLst xmlns:a="http://schemas.openxmlformats.org/drawingml/2006/main">
              <a:ext uri="{FF2B5EF4-FFF2-40B4-BE49-F238E27FC236}">
                <a16:creationId xmlns:a16="http://schemas.microsoft.com/office/drawing/2014/main" id="{954F2D5E-EF25-49F6-A1C2-865849EA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label-text">
            <a:extLst xmlns:a="http://schemas.openxmlformats.org/drawingml/2006/main">
              <a:ext uri="{FF2B5EF4-FFF2-40B4-BE49-F238E27FC236}">
                <a16:creationId xmlns:a16="http://schemas.microsoft.com/office/drawing/2014/main" id="{F9A35027-5FE8-41F3-AAFF-F0153291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SERIE BASE</a:t>
            </a:r>
          </a:p>
        </p:txBody>
      </p:sp>
      <p:sp>
        <p:nvSpPr>
          <p:cNvPr id="41" name="script-generacion">
            <a:extLst xmlns:a="http://schemas.openxmlformats.org/drawingml/2006/main">
              <a:ext uri="{FF2B5EF4-FFF2-40B4-BE49-F238E27FC236}">
                <a16:creationId xmlns:a16="http://schemas.microsoft.com/office/drawing/2014/main" id="{3C106363-DBBE-4D90-B898-8A1B556F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 i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Generación</a:t>
            </a:r>
          </a:p>
        </p:txBody>
      </p:sp>
      <p:sp>
        <p:nvSpPr>
          <p:cNvPr id="42" name="title-selfie">
            <a:extLst xmlns:a="http://schemas.openxmlformats.org/drawingml/2006/main">
              <a:ext uri="{FF2B5EF4-FFF2-40B4-BE49-F238E27FC236}">
                <a16:creationId xmlns:a16="http://schemas.microsoft.com/office/drawing/2014/main" id="{079C932A-7E94-4A73-93A2-B209D480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762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SELFIE</a:t>
            </a:r>
          </a:p>
        </p:txBody>
      </p:sp>
      <p:sp>
        <p:nvSpPr>
          <p:cNvPr id="43" name="subtitle">
            <a:extLst xmlns:a="http://schemas.openxmlformats.org/drawingml/2006/main">
              <a:ext uri="{FF2B5EF4-FFF2-40B4-BE49-F238E27FC236}">
                <a16:creationId xmlns:a16="http://schemas.microsoft.com/office/drawing/2014/main" id="{1E03EF92-1397-4EDA-BA97-B57A39C3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D9D9D9"/>
                </a:solidFill>
                <a:latin typeface="Arial"/>
                <a:ea typeface="Arial"/>
                <a:cs typeface="Arial"/>
              </a:rPr>
              <a:t>¿Qué ves cuando te ves?</a:t>
            </a:r>
          </a:p>
        </p:txBody>
      </p:sp>
      <p:sp>
        <p:nvSpPr>
          <p:cNvPr id="44" name="cover-phone-outer">
            <a:extLst xmlns:a="http://schemas.openxmlformats.org/drawingml/2006/main">
              <a:ext uri="{FF2B5EF4-FFF2-40B4-BE49-F238E27FC236}">
                <a16:creationId xmlns:a16="http://schemas.microsoft.com/office/drawing/2014/main" id="{D8B044C7-9203-4C93-B0BE-7EF1B6B6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76300"/>
            <a:ext cx="2647950" cy="490537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57150">
            <a:solidFill>
              <a:srgbClr val="FFFFFF"/>
            </a:solidFill>
            <a:prstDash val="solid"/>
          </a:ln>
        </p:spPr>
      </p:sp>
      <p:sp>
        <p:nvSpPr>
          <p:cNvPr id="45" name="cover-phone-screen">
            <a:extLst xmlns:a="http://schemas.openxmlformats.org/drawingml/2006/main">
              <a:ext uri="{FF2B5EF4-FFF2-40B4-BE49-F238E27FC236}">
                <a16:creationId xmlns:a16="http://schemas.microsoft.com/office/drawing/2014/main" id="{F01A7AC2-D468-486A-98F2-3C1425C4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90650"/>
            <a:ext cx="222885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11430">
            <a:solidFill>
              <a:srgbClr val="6A6A6A"/>
            </a:solidFill>
            <a:prstDash val="solid"/>
          </a:ln>
        </p:spPr>
      </p:sp>
      <p:sp>
        <p:nvSpPr>
          <p:cNvPr id="46" name="cover-phone-speaker">
            <a:extLst xmlns:a="http://schemas.openxmlformats.org/drawingml/2006/main">
              <a:ext uri="{FF2B5EF4-FFF2-40B4-BE49-F238E27FC236}">
                <a16:creationId xmlns:a16="http://schemas.microsoft.com/office/drawing/2014/main" id="{60D7D475-7C8D-4C46-A5A9-7ADFD992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085850"/>
            <a:ext cx="533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ver-phone-button">
            <a:extLst xmlns:a="http://schemas.openxmlformats.org/drawingml/2006/main">
              <a:ext uri="{FF2B5EF4-FFF2-40B4-BE49-F238E27FC236}">
                <a16:creationId xmlns:a16="http://schemas.microsoft.com/office/drawing/2014/main" id="{0F83667F-D410-41E2-B105-78704452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8637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BBBBB"/>
            </a:solidFill>
            <a:prstDash val="solid"/>
          </a:ln>
        </p:spPr>
      </p:sp>
      <p:sp>
        <p:nvSpPr>
          <p:cNvPr id="48" name="cover-phone-corner-tl-h">
            <a:extLst xmlns:a="http://schemas.openxmlformats.org/drawingml/2006/main">
              <a:ext uri="{FF2B5EF4-FFF2-40B4-BE49-F238E27FC236}">
                <a16:creationId xmlns:a16="http://schemas.microsoft.com/office/drawing/2014/main" id="{57A3CCF4-F4B4-4F5C-A186-26A0A2F9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76400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cover-phone-corner-tl-v">
            <a:extLst xmlns:a="http://schemas.openxmlformats.org/drawingml/2006/main">
              <a:ext uri="{FF2B5EF4-FFF2-40B4-BE49-F238E27FC236}">
                <a16:creationId xmlns:a16="http://schemas.microsoft.com/office/drawing/2014/main" id="{FF27B9B9-63CC-4A12-A5AA-B4A8FF21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764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ver-phone-corner-br-h">
            <a:extLst xmlns:a="http://schemas.openxmlformats.org/drawingml/2006/main">
              <a:ext uri="{FF2B5EF4-FFF2-40B4-BE49-F238E27FC236}">
                <a16:creationId xmlns:a16="http://schemas.microsoft.com/office/drawing/2014/main" id="{4F2FF6B6-CEAF-4113-B214-7EED0A38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52925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over-phone-corner-br-v">
            <a:extLst xmlns:a="http://schemas.openxmlformats.org/drawingml/2006/main">
              <a:ext uri="{FF2B5EF4-FFF2-40B4-BE49-F238E27FC236}">
                <a16:creationId xmlns:a16="http://schemas.microsoft.com/office/drawing/2014/main" id="{C32E890B-8748-4A9D-9899-179323EC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76675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cover-phone-ui-left">
            <a:extLst xmlns:a="http://schemas.openxmlformats.org/drawingml/2006/main">
              <a:ext uri="{FF2B5EF4-FFF2-40B4-BE49-F238E27FC236}">
                <a16:creationId xmlns:a16="http://schemas.microsoft.com/office/drawing/2014/main" id="{278FF43B-C6D0-481F-9C1A-0D45C302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672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FAFA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AFAF"/>
                </a:solidFill>
                <a:latin typeface="Arial"/>
                <a:ea typeface="Arial"/>
                <a:cs typeface="Arial"/>
              </a:rPr>
              <a:t>FLASH</a:t>
            </a:r>
          </a:p>
        </p:txBody>
      </p:sp>
      <p:sp>
        <p:nvSpPr>
          <p:cNvPr id="53" name="cover-phone-ui-right">
            <a:extLst xmlns:a="http://schemas.openxmlformats.org/drawingml/2006/main">
              <a:ext uri="{FF2B5EF4-FFF2-40B4-BE49-F238E27FC236}">
                <a16:creationId xmlns:a16="http://schemas.microsoft.com/office/drawing/2014/main" id="{BD655874-298A-43D5-B59D-2B5E40CA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8672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FAFA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AFAF"/>
                </a:solidFill>
                <a:latin typeface="Arial"/>
                <a:ea typeface="Arial"/>
                <a:cs typeface="Arial"/>
              </a:rPr>
              <a:t>SELFIE</a:t>
            </a:r>
          </a:p>
        </p:txBody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3b5ffeefd4519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55" name="footer-text">
            <a:extLst xmlns:a="http://schemas.openxmlformats.org/drawingml/2006/main">
              <a:ext uri="{FF2B5EF4-FFF2-40B4-BE49-F238E27FC236}">
                <a16:creationId xmlns:a16="http://schemas.microsoft.com/office/drawing/2014/main" id="{C6177CB5-62FB-47D8-9845-18F8ABED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4641428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FA353AE5-E047-4F96-945D-69E99629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40279C74-86E7-4E0E-8F10-3B2EE0D2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3E3A368A-49A3-40F2-9E07-6B023051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DC6CA43B-18EB-4D2E-81D5-0C53D3B0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43BB72B6-1C49-4BAC-921B-F24954D6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4EF0F143-AC1B-4574-B02F-76A69B0C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D5BDF30E-2E8E-43F9-B4BD-1BE6C333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4CC5EE80-2A6B-40BD-9402-1DF30572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C23B2D35-8454-4F59-BAFD-1C005CD5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B01DA5D2-0562-49C9-A74D-397737A1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C9D3A903-6E0F-4B30-A312-8F07AF78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495E28F9-ABDE-496E-B50C-64B298E0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E53AEEA1-4CF7-45E7-A180-E15B8C27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7A1FE304-B6DC-4EEC-9738-CF060C46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AF75AC28-6E07-4868-B022-88D2926A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5A80D78A-1C3F-43CE-BA32-185E70DD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687EADD1-BB15-4B3F-A93F-CA519BFF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76D7BCD7-271D-4A5A-B5DE-1A8E516F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87E9122E-1CEF-4F6F-89BA-D2235925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13B3AF93-2FA3-4CE2-8EC1-E230E3C2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414D443C-1D07-401A-B66F-B86B444D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038C036C-1D86-474B-88A9-BDDF16ED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8454AC52-B65A-443B-95BD-AF77CE5C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0C3C2BAD-5333-48D7-B644-53F0E95D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CE1D81A7-BC05-4DD3-8A1F-440AC27C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7A5E0F9C-AAEE-4BC8-A759-C73AD4EE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26C5E84D-1718-4AC4-921A-79340DED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AEE4AED3-FB7D-4638-90BF-45CB2759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E790465B-5A50-4AA2-A66C-AD3A5875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E5B5D584-C199-45A5-8AC0-C90AF2E0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F88D15E7-6D77-474D-BA44-09F3CC79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B6998911-02A4-4C2D-BCB0-422942BC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A5CD6324-BD15-409C-9237-A3E01E08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FFF7A2B5-1689-41F8-9217-BA79717E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34E27D8A-820A-4C48-B54C-62351AD0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997BFAAF-E5D7-4DC3-B6ED-125BF5C3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139C4D5D-8A66-49DC-ADC6-427B558C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05E14845-3360-4519-B292-1E12181A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MENSAJE</a:t>
            </a:r>
          </a:p>
        </p:txBody>
      </p:sp>
      <p:sp>
        <p:nvSpPr>
          <p:cNvPr id="39" name="message-title">
            <a:extLst xmlns:a="http://schemas.openxmlformats.org/drawingml/2006/main">
              <a:ext uri="{FF2B5EF4-FFF2-40B4-BE49-F238E27FC236}">
                <a16:creationId xmlns:a16="http://schemas.microsoft.com/office/drawing/2014/main" id="{9E022A41-12F7-418D-87E7-1D252460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7239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Espíritu,</a:t>
            </a:r>
          </a:p>
          <a:p xmlns:a="http://schemas.openxmlformats.org/drawingml/2006/main">
            <a:pPr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alma y cuerpo</a:t>
            </a:r>
          </a:p>
        </p:txBody>
      </p:sp>
      <p:sp>
        <p:nvSpPr>
          <p:cNvPr id="40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44AD72B-65DA-4244-9239-1931073B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ield-label-0">
            <a:extLst xmlns:a="http://schemas.openxmlformats.org/drawingml/2006/main">
              <a:ext uri="{FF2B5EF4-FFF2-40B4-BE49-F238E27FC236}">
                <a16:creationId xmlns:a16="http://schemas.microsoft.com/office/drawing/2014/main" id="{85A94A20-70EF-49FC-A408-C57AFBC5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TEXTO BASE</a:t>
            </a:r>
          </a:p>
        </p:txBody>
      </p:sp>
      <p:sp>
        <p:nvSpPr>
          <p:cNvPr id="42" name="field-value-0">
            <a:extLst xmlns:a="http://schemas.openxmlformats.org/drawingml/2006/main">
              <a:ext uri="{FF2B5EF4-FFF2-40B4-BE49-F238E27FC236}">
                <a16:creationId xmlns:a16="http://schemas.microsoft.com/office/drawing/2014/main" id="{AF4004FC-0365-438E-8EAC-D1C5498A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100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D9D9D9"/>
                </a:solidFill>
                <a:latin typeface="Arial"/>
                <a:ea typeface="Arial"/>
                <a:cs typeface="Arial"/>
              </a:rPr>
              <a:t>1 Tesalonicenses 5:23</a:t>
            </a:r>
          </a:p>
        </p:txBody>
      </p:sp>
      <p:sp>
        <p:nvSpPr>
          <p:cNvPr id="43" name="field-line-0">
            <a:extLst xmlns:a="http://schemas.openxmlformats.org/drawingml/2006/main">
              <a:ext uri="{FF2B5EF4-FFF2-40B4-BE49-F238E27FC236}">
                <a16:creationId xmlns:a16="http://schemas.microsoft.com/office/drawing/2014/main" id="{1AE0214A-72DC-463F-A377-510DD4B5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ield-label-1">
            <a:extLst xmlns:a="http://schemas.openxmlformats.org/drawingml/2006/main">
              <a:ext uri="{FF2B5EF4-FFF2-40B4-BE49-F238E27FC236}">
                <a16:creationId xmlns:a16="http://schemas.microsoft.com/office/drawing/2014/main" id="{814648CA-1309-4BC2-B60F-01E13409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FECHA</a:t>
            </a:r>
          </a:p>
        </p:txBody>
      </p:sp>
      <p:sp>
        <p:nvSpPr>
          <p:cNvPr id="45" name="field-value-1">
            <a:extLst xmlns:a="http://schemas.openxmlformats.org/drawingml/2006/main">
              <a:ext uri="{FF2B5EF4-FFF2-40B4-BE49-F238E27FC236}">
                <a16:creationId xmlns:a16="http://schemas.microsoft.com/office/drawing/2014/main" id="{77EDC1AA-AB63-4D89-BE85-C6E1A623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577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D9D9D9"/>
                </a:solidFill>
                <a:latin typeface="Arial"/>
                <a:ea typeface="Arial"/>
                <a:cs typeface="Arial"/>
              </a:rPr>
              <a:t>Reunión / fecha</a:t>
            </a:r>
          </a:p>
        </p:txBody>
      </p:sp>
      <p:sp>
        <p:nvSpPr>
          <p:cNvPr id="46" name="field-line-1">
            <a:extLst xmlns:a="http://schemas.openxmlformats.org/drawingml/2006/main">
              <a:ext uri="{FF2B5EF4-FFF2-40B4-BE49-F238E27FC236}">
                <a16:creationId xmlns:a16="http://schemas.microsoft.com/office/drawing/2014/main" id="{2EE6340D-4477-4DCF-83FF-8B917106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1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field-label-2">
            <a:extLst xmlns:a="http://schemas.openxmlformats.org/drawingml/2006/main">
              <a:ext uri="{FF2B5EF4-FFF2-40B4-BE49-F238E27FC236}">
                <a16:creationId xmlns:a16="http://schemas.microsoft.com/office/drawing/2014/main" id="{359D3884-92E7-4922-9CD4-5450D249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SERIE</a:t>
            </a:r>
          </a:p>
        </p:txBody>
      </p:sp>
      <p:sp>
        <p:nvSpPr>
          <p:cNvPr id="48" name="field-value-2">
            <a:extLst xmlns:a="http://schemas.openxmlformats.org/drawingml/2006/main">
              <a:ext uri="{FF2B5EF4-FFF2-40B4-BE49-F238E27FC236}">
                <a16:creationId xmlns:a16="http://schemas.microsoft.com/office/drawing/2014/main" id="{9294EAAB-CAC0-4433-9D4E-8EE1B267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054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D9D9D9"/>
                </a:solidFill>
                <a:latin typeface="Arial"/>
                <a:ea typeface="Arial"/>
                <a:cs typeface="Arial"/>
              </a:rPr>
              <a:t>Generación Selfie</a:t>
            </a:r>
          </a:p>
        </p:txBody>
      </p:sp>
      <p:sp>
        <p:nvSpPr>
          <p:cNvPr id="49" name="field-line-2">
            <a:extLst xmlns:a="http://schemas.openxmlformats.org/drawingml/2006/main">
              <a:ext uri="{FF2B5EF4-FFF2-40B4-BE49-F238E27FC236}">
                <a16:creationId xmlns:a16="http://schemas.microsoft.com/office/drawing/2014/main" id="{3E48EB43-A85C-4659-AA25-8F938B68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626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message-phone-outer">
            <a:extLst xmlns:a="http://schemas.openxmlformats.org/drawingml/2006/main">
              <a:ext uri="{FF2B5EF4-FFF2-40B4-BE49-F238E27FC236}">
                <a16:creationId xmlns:a16="http://schemas.microsoft.com/office/drawing/2014/main" id="{666C1D8D-DC91-405D-9252-DB2B97C2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47750"/>
            <a:ext cx="2047875" cy="38290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57150">
            <a:solidFill>
              <a:srgbClr val="FFFFFF"/>
            </a:solidFill>
            <a:prstDash val="solid"/>
          </a:ln>
        </p:spPr>
      </p:sp>
      <p:sp>
        <p:nvSpPr>
          <p:cNvPr id="51" name="message-phone-screen">
            <a:extLst xmlns:a="http://schemas.openxmlformats.org/drawingml/2006/main">
              <a:ext uri="{FF2B5EF4-FFF2-40B4-BE49-F238E27FC236}">
                <a16:creationId xmlns:a16="http://schemas.microsoft.com/office/drawing/2014/main" id="{6EE73B2B-1C85-47E4-B81B-12113194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62100"/>
            <a:ext cx="162877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11430">
            <a:solidFill>
              <a:srgbClr val="6A6A6A"/>
            </a:solidFill>
            <a:prstDash val="solid"/>
          </a:ln>
        </p:spPr>
      </p:sp>
      <p:sp>
        <p:nvSpPr>
          <p:cNvPr id="52" name="message-phone-speaker">
            <a:extLst xmlns:a="http://schemas.openxmlformats.org/drawingml/2006/main">
              <a:ext uri="{FF2B5EF4-FFF2-40B4-BE49-F238E27FC236}">
                <a16:creationId xmlns:a16="http://schemas.microsoft.com/office/drawing/2014/main" id="{DF7584C9-B3F0-4A4D-B25B-8185F00F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488" y="1257300"/>
            <a:ext cx="533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message-phone-button">
            <a:extLst xmlns:a="http://schemas.openxmlformats.org/drawingml/2006/main">
              <a:ext uri="{FF2B5EF4-FFF2-40B4-BE49-F238E27FC236}">
                <a16:creationId xmlns:a16="http://schemas.microsoft.com/office/drawing/2014/main" id="{1CE4BA7D-E1B9-42C9-A2D3-73076471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638" y="438150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BBBBB"/>
            </a:solidFill>
            <a:prstDash val="solid"/>
          </a:ln>
        </p:spPr>
      </p:sp>
      <p:sp>
        <p:nvSpPr>
          <p:cNvPr id="54" name="message-phone-corner-tl-h">
            <a:extLst xmlns:a="http://schemas.openxmlformats.org/drawingml/2006/main">
              <a:ext uri="{FF2B5EF4-FFF2-40B4-BE49-F238E27FC236}">
                <a16:creationId xmlns:a16="http://schemas.microsoft.com/office/drawing/2014/main" id="{23D2E303-3A28-452C-8B63-5618A5A1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47850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message-phone-corner-tl-v">
            <a:extLst xmlns:a="http://schemas.openxmlformats.org/drawingml/2006/main">
              <a:ext uri="{FF2B5EF4-FFF2-40B4-BE49-F238E27FC236}">
                <a16:creationId xmlns:a16="http://schemas.microsoft.com/office/drawing/2014/main" id="{29CE6D97-E915-43CF-A88A-6BFEEFF8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478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message-phone-corner-br-h">
            <a:extLst xmlns:a="http://schemas.openxmlformats.org/drawingml/2006/main">
              <a:ext uri="{FF2B5EF4-FFF2-40B4-BE49-F238E27FC236}">
                <a16:creationId xmlns:a16="http://schemas.microsoft.com/office/drawing/2014/main" id="{A5F545AC-E7F7-47A6-9D7E-D3DAEC6C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448050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message-phone-corner-br-v">
            <a:extLst xmlns:a="http://schemas.openxmlformats.org/drawingml/2006/main">
              <a:ext uri="{FF2B5EF4-FFF2-40B4-BE49-F238E27FC236}">
                <a16:creationId xmlns:a16="http://schemas.microsoft.com/office/drawing/2014/main" id="{190F3845-660A-4DE9-92B8-7A696C68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9718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message-phone-ui-left">
            <a:extLst xmlns:a="http://schemas.openxmlformats.org/drawingml/2006/main">
              <a:ext uri="{FF2B5EF4-FFF2-40B4-BE49-F238E27FC236}">
                <a16:creationId xmlns:a16="http://schemas.microsoft.com/office/drawing/2014/main" id="{A0F73CA0-6B9B-490C-BA05-21CBCE23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624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FAFA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AFAF"/>
                </a:solidFill>
                <a:latin typeface="Arial"/>
                <a:ea typeface="Arial"/>
                <a:cs typeface="Arial"/>
              </a:rPr>
              <a:t>FLASH</a:t>
            </a:r>
          </a:p>
        </p:txBody>
      </p:sp>
      <p:sp>
        <p:nvSpPr>
          <p:cNvPr id="59" name="message-phone-ui-right">
            <a:extLst xmlns:a="http://schemas.openxmlformats.org/drawingml/2006/main">
              <a:ext uri="{FF2B5EF4-FFF2-40B4-BE49-F238E27FC236}">
                <a16:creationId xmlns:a16="http://schemas.microsoft.com/office/drawing/2014/main" id="{7943DB29-1A18-4F1A-B6C8-EA065F07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9624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FAFA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AFAF"/>
                </a:solidFill>
                <a:latin typeface="Arial"/>
                <a:ea typeface="Arial"/>
                <a:cs typeface="Arial"/>
              </a:rPr>
              <a:t>SELFIE</a:t>
            </a:r>
          </a:p>
        </p:txBody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c626f0c0e43c0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61" name="footer-text">
            <a:extLst xmlns:a="http://schemas.openxmlformats.org/drawingml/2006/main">
              <a:ext uri="{FF2B5EF4-FFF2-40B4-BE49-F238E27FC236}">
                <a16:creationId xmlns:a16="http://schemas.microsoft.com/office/drawing/2014/main" id="{6FA4B6AA-010C-490A-8C6B-306FD21A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705589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B0EF6649-8C00-4ABC-AE09-CE724595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B1E32474-751A-4F71-9327-FB31A780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D2B372F1-0F65-411E-B8D0-56AF9F7F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DED55E1B-734E-4A79-995A-F7DAE8C9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5" name="label-dot">
            <a:extLst xmlns:a="http://schemas.openxmlformats.org/drawingml/2006/main">
              <a:ext uri="{FF2B5EF4-FFF2-40B4-BE49-F238E27FC236}">
                <a16:creationId xmlns:a16="http://schemas.microsoft.com/office/drawing/2014/main" id="{00299411-1D80-44D6-83E8-76D109DF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-text">
            <a:extLst xmlns:a="http://schemas.openxmlformats.org/drawingml/2006/main">
              <a:ext uri="{FF2B5EF4-FFF2-40B4-BE49-F238E27FC236}">
                <a16:creationId xmlns:a16="http://schemas.microsoft.com/office/drawing/2014/main" id="{77D8656A-513D-4B32-855B-27365EA0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PREGUNTA DISPARADORA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2268132B-6BE4-4E77-9129-CCC80144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103632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¿Qué parte de nosotros está tomando</a:t>
            </a:r>
          </a:p>
          <a:p xmlns:a="http://schemas.openxmlformats.org/drawingml/2006/main">
            <a:pPr algn="ctr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control?</a:t>
            </a:r>
          </a:p>
        </p:txBody>
      </p:sp>
      <p:sp>
        <p:nvSpPr>
          <p:cNvPr id="8" name="question-line">
            <a:extLst xmlns:a="http://schemas.openxmlformats.org/drawingml/2006/main">
              <a:ext uri="{FF2B5EF4-FFF2-40B4-BE49-F238E27FC236}">
                <a16:creationId xmlns:a16="http://schemas.microsoft.com/office/drawing/2014/main" id="{DD737C93-C873-432E-B1EC-335FE280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86300"/>
            <a:ext cx="819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uestion-lens">
            <a:extLst xmlns:a="http://schemas.openxmlformats.org/drawingml/2006/main">
              <a:ext uri="{FF2B5EF4-FFF2-40B4-BE49-F238E27FC236}">
                <a16:creationId xmlns:a16="http://schemas.microsoft.com/office/drawing/2014/main" id="{ACFB0ABC-C0C2-4D1D-AE29-576C0F65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00550"/>
            <a:ext cx="952500" cy="95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84A2A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66a69019942f0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11" name="footer-text">
            <a:extLst xmlns:a="http://schemas.openxmlformats.org/drawingml/2006/main">
              <a:ext uri="{FF2B5EF4-FFF2-40B4-BE49-F238E27FC236}">
                <a16:creationId xmlns:a16="http://schemas.microsoft.com/office/drawing/2014/main" id="{636F339C-C92E-4BED-8474-3A61E286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382601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5D8123A5-1D3B-487A-BE30-C5E5DAB0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77873028-B5E0-4BEE-9821-319F158E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718E2C19-4525-4ED9-A526-81D2EB59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A4B36EC0-74E1-43E0-ACF4-070A91AA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59852884-2F99-496E-BB10-5FC660B2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5820C72E-1AD7-495C-870E-DB22E48D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0C72C745-79E5-459C-8BC9-FF53DDBF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3BD3F691-1DFA-4D32-9779-5DE1E390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D9FC946B-C1A6-4E3F-9E15-C436651C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5D5D757D-C3FC-43B4-9999-21A0C9AA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002A5226-EF08-4B59-BAD4-6592FE62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80F2EDEB-01D2-4F8E-B483-94A3CD49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49D8F1C1-37FB-4989-9E88-7D1348AC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8AE64A4D-30C5-4969-9A3C-764A8223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9F4373E6-FAEF-4AA3-B744-4F0ABDCC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A3DF887C-E060-45F7-B954-50C1CE55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A1573C3D-7518-4AD8-A39C-7E65E05C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9550EBB7-1E8B-47C1-AC32-55BCDC6A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1248C41F-7688-4A05-90C4-1CAD2F50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EA7B5EBA-FED0-4595-A159-5256F25E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39C6C590-F00D-4198-984C-58599166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E50213DD-6178-4DB2-8CDE-09BA588D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7A4B068D-5CD9-430C-A7D1-951AAD34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DA213F44-0F0E-4036-8851-A731FC36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6437612B-FC60-4E8D-9B5C-77D0E4DD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401D3DC3-0ABE-416A-9A98-BAB8896E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F226696E-22FF-45B3-975B-1C936B6E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B530AB8C-4E11-424E-A0D8-0B87C6BF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FAE631AF-AC3F-4624-8B06-30F8F25C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190BCED0-8944-4950-9B28-088679CA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0DC65995-CA04-47A5-A336-498E023A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AB47B772-F311-4E51-A46E-429DBA8A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D7FD06DE-D7F0-4D1A-94B8-F5582A6B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920A12BA-061D-4248-9B35-7BABFBDA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31190831-5852-4DDC-9851-43EF560B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251CD6A4-75E3-40BF-A827-320A9BC2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905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3C23916F-2B0D-4098-B497-FAB9F6D9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C9221165-AB76-4774-861A-99659745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2314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TEXTO BÍBLICO</a:t>
            </a:r>
          </a:p>
        </p:txBody>
      </p:sp>
      <p:sp>
        <p:nvSpPr>
          <p:cNvPr id="39" name="scripture-box">
            <a:extLst xmlns:a="http://schemas.openxmlformats.org/drawingml/2006/main">
              <a:ext uri="{FF2B5EF4-FFF2-40B4-BE49-F238E27FC236}">
                <a16:creationId xmlns:a16="http://schemas.microsoft.com/office/drawing/2014/main" id="{AD3DD93A-494F-44D8-B98F-7EB86415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895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40" name="scripture-accent">
            <a:extLst xmlns:a="http://schemas.openxmlformats.org/drawingml/2006/main">
              <a:ext uri="{FF2B5EF4-FFF2-40B4-BE49-F238E27FC236}">
                <a16:creationId xmlns:a16="http://schemas.microsoft.com/office/drawing/2014/main" id="{BEE40401-AABA-4A99-9DA3-0BF6AB86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1143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cripture-main">
            <a:extLst xmlns:a="http://schemas.openxmlformats.org/drawingml/2006/main">
              <a:ext uri="{FF2B5EF4-FFF2-40B4-BE49-F238E27FC236}">
                <a16:creationId xmlns:a16="http://schemas.microsoft.com/office/drawing/2014/main" id="{3BE2E3A1-E09F-48AB-831D-77C5CADE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52625"/>
            <a:ext cx="7905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FFFFFF"/>
                </a:solidFill>
                <a:latin typeface="Arial"/>
                <a:ea typeface="Arial"/>
                <a:cs typeface="Arial"/>
              </a:rPr>
              <a:t>Texto del pasaje bíblico principal.</a:t>
            </a:r>
          </a:p>
          <a:p xmlns:a="http://schemas.openxmlformats.org/drawingml/2006/main">
            <a:pPr>
              <a:defRPr sz="33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FFFFFF"/>
                </a:solidFill>
                <a:latin typeface="Arial"/>
                <a:ea typeface="Arial"/>
                <a:cs typeface="Arial"/>
              </a:rPr>
              <a:t>Este espacio está preparado para una cita larga sin perder claridad al proyectar.</a:t>
            </a:r>
          </a:p>
        </p:txBody>
      </p:sp>
      <p:sp>
        <p:nvSpPr>
          <p:cNvPr id="42" name="scripture-ref">
            <a:extLst xmlns:a="http://schemas.openxmlformats.org/drawingml/2006/main">
              <a:ext uri="{FF2B5EF4-FFF2-40B4-BE49-F238E27FC236}">
                <a16:creationId xmlns:a16="http://schemas.microsoft.com/office/drawing/2014/main" id="{0EEFE843-B922-4613-AC93-AE36A719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005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REFERENCIA DESTACADA</a:t>
            </a:r>
          </a:p>
        </p:txBody>
      </p:sp>
      <p:sp>
        <p:nvSpPr>
          <p:cNvPr id="43" name="scripture-frame-ghost">
            <a:extLst xmlns:a="http://schemas.openxmlformats.org/drawingml/2006/main">
              <a:ext uri="{FF2B5EF4-FFF2-40B4-BE49-F238E27FC236}">
                <a16:creationId xmlns:a16="http://schemas.microsoft.com/office/drawing/2014/main" id="{234C5CFC-CDD6-4450-8603-C41B3BC8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17621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91fe1f214469f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45" name="footer-text">
            <a:extLst xmlns:a="http://schemas.openxmlformats.org/drawingml/2006/main">
              <a:ext uri="{FF2B5EF4-FFF2-40B4-BE49-F238E27FC236}">
                <a16:creationId xmlns:a16="http://schemas.microsoft.com/office/drawing/2014/main" id="{E2A96221-1701-4C2D-9CB5-718D6427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410319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2E76D95D-9492-4474-A2E3-137A03F9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952BD6FC-09CB-4C3C-A622-09C824F8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271540D5-E4D8-47BD-A5E3-62D2E67A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rner-top-h">
            <a:extLst xmlns:a="http://schemas.openxmlformats.org/drawingml/2006/main">
              <a:ext uri="{FF2B5EF4-FFF2-40B4-BE49-F238E27FC236}">
                <a16:creationId xmlns:a16="http://schemas.microsoft.com/office/drawing/2014/main" id="{08758E46-0BB8-4569-BF72-12B6AC7F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42875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rner-top-v">
            <a:extLst xmlns:a="http://schemas.openxmlformats.org/drawingml/2006/main">
              <a:ext uri="{FF2B5EF4-FFF2-40B4-BE49-F238E27FC236}">
                <a16:creationId xmlns:a16="http://schemas.microsoft.com/office/drawing/2014/main" id="{B7027A81-35A7-4F80-A030-C5A76197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4287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rner-bottom-h">
            <a:extLst xmlns:a="http://schemas.openxmlformats.org/drawingml/2006/main">
              <a:ext uri="{FF2B5EF4-FFF2-40B4-BE49-F238E27FC236}">
                <a16:creationId xmlns:a16="http://schemas.microsoft.com/office/drawing/2014/main" id="{257EC501-A2A7-4622-BDED-20947E91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3400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rner-bottom-v">
            <a:extLst xmlns:a="http://schemas.openxmlformats.org/drawingml/2006/main">
              <a:ext uri="{FF2B5EF4-FFF2-40B4-BE49-F238E27FC236}">
                <a16:creationId xmlns:a16="http://schemas.microsoft.com/office/drawing/2014/main" id="{F91153B6-0DDF-4B0D-A16C-8FB34D0E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entral-idea">
            <a:extLst xmlns:a="http://schemas.openxmlformats.org/drawingml/2006/main">
              <a:ext uri="{FF2B5EF4-FFF2-40B4-BE49-F238E27FC236}">
                <a16:creationId xmlns:a16="http://schemas.microsoft.com/office/drawing/2014/main" id="{380610AE-A5FA-4278-9842-3A684007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57450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 que</a:t>
            </a:r>
          </a:p>
        </p:txBody>
      </p:sp>
      <p:sp>
        <p:nvSpPr>
          <p:cNvPr id="9" name="central-highlight">
            <a:extLst xmlns:a="http://schemas.openxmlformats.org/drawingml/2006/main">
              <a:ext uri="{FF2B5EF4-FFF2-40B4-BE49-F238E27FC236}">
                <a16:creationId xmlns:a16="http://schemas.microsoft.com/office/drawing/2014/main" id="{EA15E462-2718-4691-9556-A172A3AB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574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alimentamos</a:t>
            </a:r>
          </a:p>
        </p:txBody>
      </p:sp>
      <p:sp>
        <p:nvSpPr>
          <p:cNvPr id="10" name="central-close">
            <a:extLst xmlns:a="http://schemas.openxmlformats.org/drawingml/2006/main">
              <a:ext uri="{FF2B5EF4-FFF2-40B4-BE49-F238E27FC236}">
                <a16:creationId xmlns:a16="http://schemas.microsoft.com/office/drawing/2014/main" id="{9BE14C6B-FEA6-4644-9559-EA4DC7D2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76625"/>
            <a:ext cx="800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 fortalece.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7ad04f4044618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12" name="footer-text">
            <a:extLst xmlns:a="http://schemas.openxmlformats.org/drawingml/2006/main">
              <a:ext uri="{FF2B5EF4-FFF2-40B4-BE49-F238E27FC236}">
                <a16:creationId xmlns:a16="http://schemas.microsoft.com/office/drawing/2014/main" id="{7363BC37-3875-410C-BCC4-818AFCE7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566747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AAED6F2D-BCD2-4206-A3C2-E6294EA6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FCEC05BF-DD9A-4DD2-812A-C47027AE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B93F40BF-4A12-421D-BEC8-89C14A47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CEE78728-9711-4FE2-B645-7CBCB34A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52D8DDCE-D043-4D08-93EE-C6838A73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1775AEFC-3132-4126-A125-7350BFCF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F671733F-DFD0-43E1-9D37-BD906916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987C9432-DAC9-4FEE-AA14-3AABEEDD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F5839CC6-C34A-41EE-A647-44C50718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7D0A0019-93CB-4897-9BD3-18456378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D26CFF4E-27B3-43F0-8310-166E2D6C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F99C8DA6-C306-4C0D-8B81-BD1A555E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9EA0459E-FB93-417F-9D54-9E89C368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353F1385-B54B-455F-B25B-E11A723F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C59DF04A-F0AB-4431-95FF-5A46C145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6609D135-780A-436F-A151-9C674982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60F8A01E-E1E4-4641-BE26-292584CF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45B63F50-F317-4863-B789-5DD7587E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7E37FFDE-7A60-4996-920C-A00C6B3D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C1C388C6-9304-4FEE-A09B-DB80AC30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B288C702-EF57-45F7-A605-BE684947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6F42D86B-0C4A-4F1E-AEEE-9F9235C8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B0707EBE-FA8D-4BAE-AD76-2D3E6A40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E8CE5774-AFE7-4E23-B958-0392115D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2A0C9888-6797-4773-BD6B-684222E0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66880871-85F3-417F-9A9F-035C8686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28C44909-83F2-47D3-9563-18789B13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6718DDF5-06ED-41BB-9343-38E9AEFE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969CD17F-350E-46D4-8145-58703602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231BF2DB-5579-4AA0-B78D-B9A01965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B27CFDD0-BAD6-4EC9-8583-D5899FD0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EF6178ED-4CF5-43C4-B4A0-1D7234B2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E49E7EAC-5D76-4A8E-A40E-F2EFB627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6AFAC81F-7E55-4CB7-AC3A-E12D43F0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0E546A8E-0BF2-4244-8DA4-FD465DD4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A4D1A262-E34D-4B0E-9AA1-7A59F457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571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55DD1F79-1C6E-4FD3-87C9-DCEA72FD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F21C01E7-EFA8-41D8-825D-2179BEE0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2981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MAPA DEL MENSAJE</a:t>
            </a:r>
          </a:p>
        </p:txBody>
      </p:sp>
      <p:sp>
        <p:nvSpPr>
          <p:cNvPr id="39" name="map-title">
            <a:extLst xmlns:a="http://schemas.openxmlformats.org/drawingml/2006/main">
              <a:ext uri="{FF2B5EF4-FFF2-40B4-BE49-F238E27FC236}">
                <a16:creationId xmlns:a16="http://schemas.microsoft.com/office/drawing/2014/main" id="{C1E7261B-7A6B-453B-9216-29CE36EC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7429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Tres lentes para mirar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 que somos</a:t>
            </a:r>
          </a:p>
        </p:txBody>
      </p:sp>
      <p:sp>
        <p:nvSpPr>
          <p:cNvPr id="40" name="map-card-0">
            <a:extLst xmlns:a="http://schemas.openxmlformats.org/drawingml/2006/main">
              <a:ext uri="{FF2B5EF4-FFF2-40B4-BE49-F238E27FC236}">
                <a16:creationId xmlns:a16="http://schemas.microsoft.com/office/drawing/2014/main" id="{1A59AB2A-51A4-449B-AEF6-140A91E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41" name="map-num-0">
            <a:extLst xmlns:a="http://schemas.openxmlformats.org/drawingml/2006/main">
              <a:ext uri="{FF2B5EF4-FFF2-40B4-BE49-F238E27FC236}">
                <a16:creationId xmlns:a16="http://schemas.microsoft.com/office/drawing/2014/main" id="{EF8DA878-7823-4F92-AFAA-4FAF3FB9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2" name="map-heading-0">
            <a:extLst xmlns:a="http://schemas.openxmlformats.org/drawingml/2006/main">
              <a:ext uri="{FF2B5EF4-FFF2-40B4-BE49-F238E27FC236}">
                <a16:creationId xmlns:a16="http://schemas.microsoft.com/office/drawing/2014/main" id="{BC0A2D44-F6B0-4C63-A8A0-A3B61148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Espíritu</a:t>
            </a:r>
          </a:p>
        </p:txBody>
      </p:sp>
      <p:sp>
        <p:nvSpPr>
          <p:cNvPr id="43" name="map-body-0">
            <a:extLst xmlns:a="http://schemas.openxmlformats.org/drawingml/2006/main">
              <a:ext uri="{FF2B5EF4-FFF2-40B4-BE49-F238E27FC236}">
                <a16:creationId xmlns:a16="http://schemas.microsoft.com/office/drawing/2014/main" id="{3B9295D4-0370-41CF-B891-AF9F45B7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2714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D9D9D9"/>
                </a:solidFill>
                <a:latin typeface="Arial"/>
                <a:ea typeface="Arial"/>
                <a:cs typeface="Arial"/>
              </a:rPr>
              <a:t>Lo que Dios despierta y guía en nosotros.</a:t>
            </a:r>
          </a:p>
        </p:txBody>
      </p:sp>
      <p:sp>
        <p:nvSpPr>
          <p:cNvPr id="44" name="map-card-1">
            <a:extLst xmlns:a="http://schemas.openxmlformats.org/drawingml/2006/main">
              <a:ext uri="{FF2B5EF4-FFF2-40B4-BE49-F238E27FC236}">
                <a16:creationId xmlns:a16="http://schemas.microsoft.com/office/drawing/2014/main" id="{5A18F852-F80B-4901-A522-B2C7AEFD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45" name="map-num-1">
            <a:extLst xmlns:a="http://schemas.openxmlformats.org/drawingml/2006/main">
              <a:ext uri="{FF2B5EF4-FFF2-40B4-BE49-F238E27FC236}">
                <a16:creationId xmlns:a16="http://schemas.microsoft.com/office/drawing/2014/main" id="{4B5FD0CA-B0B6-46F0-A705-D8A0AA77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670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6" name="map-heading-1">
            <a:extLst xmlns:a="http://schemas.openxmlformats.org/drawingml/2006/main">
              <a:ext uri="{FF2B5EF4-FFF2-40B4-BE49-F238E27FC236}">
                <a16:creationId xmlns:a16="http://schemas.microsoft.com/office/drawing/2014/main" id="{EB9594A3-6724-40EE-9818-71C36AA1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00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Alma</a:t>
            </a:r>
          </a:p>
        </p:txBody>
      </p:sp>
      <p:sp>
        <p:nvSpPr>
          <p:cNvPr id="47" name="map-body-1">
            <a:extLst xmlns:a="http://schemas.openxmlformats.org/drawingml/2006/main">
              <a:ext uri="{FF2B5EF4-FFF2-40B4-BE49-F238E27FC236}">
                <a16:creationId xmlns:a16="http://schemas.microsoft.com/office/drawing/2014/main" id="{799E653C-FB52-44B5-8E77-A3D3BDC8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72000"/>
            <a:ext cx="2714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D9D9D9"/>
                </a:solidFill>
                <a:latin typeface="Arial"/>
                <a:ea typeface="Arial"/>
                <a:cs typeface="Arial"/>
              </a:rPr>
              <a:t>Pensamientos, emociones, deseos y decisiones.</a:t>
            </a:r>
          </a:p>
        </p:txBody>
      </p:sp>
      <p:sp>
        <p:nvSpPr>
          <p:cNvPr id="48" name="map-card-2">
            <a:extLst xmlns:a="http://schemas.openxmlformats.org/drawingml/2006/main">
              <a:ext uri="{FF2B5EF4-FFF2-40B4-BE49-F238E27FC236}">
                <a16:creationId xmlns:a16="http://schemas.microsoft.com/office/drawing/2014/main" id="{D403C5CE-2A72-40AF-B1A9-EAB00DEE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49" name="map-num-2">
            <a:extLst xmlns:a="http://schemas.openxmlformats.org/drawingml/2006/main">
              <a:ext uri="{FF2B5EF4-FFF2-40B4-BE49-F238E27FC236}">
                <a16:creationId xmlns:a16="http://schemas.microsoft.com/office/drawing/2014/main" id="{E9F827EB-C038-4B2A-A989-8D855FCF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0" name="map-heading-2">
            <a:extLst xmlns:a="http://schemas.openxmlformats.org/drawingml/2006/main">
              <a:ext uri="{FF2B5EF4-FFF2-40B4-BE49-F238E27FC236}">
                <a16:creationId xmlns:a16="http://schemas.microsoft.com/office/drawing/2014/main" id="{D04D1560-47CF-476F-A675-7464732E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Cuerpo</a:t>
            </a:r>
          </a:p>
        </p:txBody>
      </p:sp>
      <p:sp>
        <p:nvSpPr>
          <p:cNvPr id="51" name="map-body-2">
            <a:extLst xmlns:a="http://schemas.openxmlformats.org/drawingml/2006/main">
              <a:ext uri="{FF2B5EF4-FFF2-40B4-BE49-F238E27FC236}">
                <a16:creationId xmlns:a16="http://schemas.microsoft.com/office/drawing/2014/main" id="{5F12F64D-C50D-4A6D-A519-D38814CA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2714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D9D9D9"/>
                </a:solidFill>
                <a:latin typeface="Arial"/>
                <a:ea typeface="Arial"/>
                <a:cs typeface="Arial"/>
              </a:rPr>
              <a:t>Lo visible, los hábitos y nuestras acciones.</a:t>
            </a:r>
          </a:p>
        </p:txBody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6d107e9e94c68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53" name="footer-text">
            <a:extLst xmlns:a="http://schemas.openxmlformats.org/drawingml/2006/main">
              <a:ext uri="{FF2B5EF4-FFF2-40B4-BE49-F238E27FC236}">
                <a16:creationId xmlns:a16="http://schemas.microsoft.com/office/drawing/2014/main" id="{596446B5-B200-4AC6-A30F-0512DA16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118818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A7F61414-BAC3-4E07-84FE-963D99A2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E1503033-226E-4C10-8561-AE126010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98E84D20-F2D3-4E45-9B0C-8B6F73B9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0830B4D4-C4E5-4F0D-8BD3-7C4F74DF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4BE1D92C-6F09-401A-A1EB-57DC642B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969F8E3B-F3BB-4A93-AD8A-6CE6382D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02AC6D32-2E38-4933-8059-C90B161D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181933AD-3988-4C5F-B985-3D8DC351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05514FDD-9F2F-479B-9473-845B88B0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8FE66856-2ACF-4F88-ABD2-206AB4A4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322A7C53-1F06-4B26-A91C-6C68DE7F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E936FABB-763E-42CA-8AE1-33195C8D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FC6AE477-6495-46B0-BEB2-6E4B98C7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7BD65DDD-8C74-4961-8704-EC0F066A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5E136A47-45F9-47A1-A478-727D06F6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EBB16D81-825F-4BF4-9199-E8112908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CC8F6E19-CC93-4D5B-8462-01D46FF6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13FFAEA0-EA04-40E0-8936-C6CFF6D1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1BDF15F4-D2B0-4516-AD07-AD094BCF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EB1EB0EE-8B76-4E69-969A-6DA51B5F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02A68714-A97B-42AA-A8F9-64D8D011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8A9B1780-8295-4D6A-890F-9A8DA5D6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12F7843A-893B-4F29-A756-F4735672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40C59A85-452B-4AD6-A542-C802BE38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D2FB1AA4-9940-41D7-8708-88D956CD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02AABF68-193E-49A1-AECC-6D4190EE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B63ABC5A-5DB2-4DC8-8B5E-132EC137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41258A9D-66DE-4CA3-8FB4-5C12C475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39E26A9F-291E-4D9E-B5C5-4A8DD0D2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A6E6934E-95E8-46E4-9739-6F90882C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9CF06C67-4CE8-487E-9139-F4809DBF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5C05F548-62F9-4772-9CF3-57FA4A4B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25D1BA91-6F08-4130-B060-48459691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DB72780E-31DF-4DD0-8874-E86D6C73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503352CE-E352-4B7E-A99B-6E9B78E6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FDF5AADD-DD95-426F-A90B-62CC1273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8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0E12EFF8-789A-49AE-B5AF-F84FC271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1F1D726A-DD60-4CC7-978E-E54CDBF7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2695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PUNTO PRINCIPAL</a:t>
            </a:r>
          </a:p>
        </p:txBody>
      </p:sp>
      <p:sp>
        <p:nvSpPr>
          <p:cNvPr id="39" name="point-kicker">
            <a:extLst xmlns:a="http://schemas.openxmlformats.org/drawingml/2006/main">
              <a:ext uri="{FF2B5EF4-FFF2-40B4-BE49-F238E27FC236}">
                <a16:creationId xmlns:a16="http://schemas.microsoft.com/office/drawing/2014/main" id="{891E6A19-E0FB-426B-B2CF-E3A8BB2B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PUNTO 1</a:t>
            </a:r>
          </a:p>
        </p:txBody>
      </p:sp>
      <p:sp>
        <p:nvSpPr>
          <p:cNvPr id="40" name="point-title">
            <a:extLst xmlns:a="http://schemas.openxmlformats.org/drawingml/2006/main">
              <a:ext uri="{FF2B5EF4-FFF2-40B4-BE49-F238E27FC236}">
                <a16:creationId xmlns:a16="http://schemas.microsoft.com/office/drawing/2014/main" id="{EBC43097-0C81-4754-ADBE-53BB6235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23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Título corto editable</a:t>
            </a:r>
          </a:p>
        </p:txBody>
      </p:sp>
      <p:sp>
        <p:nvSpPr>
          <p:cNvPr id="41" name="point-body">
            <a:extLst xmlns:a="http://schemas.openxmlformats.org/drawingml/2006/main">
              <a:ext uri="{FF2B5EF4-FFF2-40B4-BE49-F238E27FC236}">
                <a16:creationId xmlns:a16="http://schemas.microsoft.com/office/drawing/2014/main" id="{2A4E0DB0-A26E-4015-9127-8815AD75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657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850">
                <a:solidFill>
                  <a:srgbClr val="D9D9D9"/>
                </a:solidFill>
                <a:latin typeface="Arial"/>
                <a:ea typeface="Arial"/>
                <a:cs typeface="Arial"/>
              </a:rPr>
              <a:t>Una frase de desarrollo para explicar la idea sin llenar demasiado la pantalla.</a:t>
            </a:r>
          </a:p>
        </p:txBody>
      </p:sp>
      <p:sp>
        <p:nvSpPr>
          <p:cNvPr id="42" name="visual-frame">
            <a:extLst xmlns:a="http://schemas.openxmlformats.org/drawingml/2006/main">
              <a:ext uri="{FF2B5EF4-FFF2-40B4-BE49-F238E27FC236}">
                <a16:creationId xmlns:a16="http://schemas.microsoft.com/office/drawing/2014/main" id="{48B29BEB-7A62-41B4-BD20-58E711F2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2571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5A5A"/>
            </a:solidFill>
            <a:prstDash val="solid"/>
          </a:ln>
        </p:spPr>
      </p:sp>
      <p:sp>
        <p:nvSpPr>
          <p:cNvPr id="43" name="visual-circle">
            <a:extLst xmlns:a="http://schemas.openxmlformats.org/drawingml/2006/main">
              <a:ext uri="{FF2B5EF4-FFF2-40B4-BE49-F238E27FC236}">
                <a16:creationId xmlns:a16="http://schemas.microsoft.com/office/drawing/2014/main" id="{63889117-320B-49C6-B035-5A574673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43125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6abc27c0146e4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45" name="footer-text">
            <a:extLst xmlns:a="http://schemas.openxmlformats.org/drawingml/2006/main">
              <a:ext uri="{FF2B5EF4-FFF2-40B4-BE49-F238E27FC236}">
                <a16:creationId xmlns:a16="http://schemas.microsoft.com/office/drawing/2014/main" id="{F8B858E9-DF4B-466B-94A4-DBE2C5B9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3103248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FE38F5C2-6820-4726-A9DC-04BD854F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22027F81-8375-4861-80A0-0BC380CA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0355832D-C7BE-4C6B-AE51-EA87DE9D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63ABA232-813A-4A8F-9AE8-633091AA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E251904D-92FA-4684-B15C-89ADB4C7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9F658226-AD69-4C97-A9A1-77D33AF4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574A57C5-0C62-440F-AFF1-5F046A6B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2860F058-DCA6-4F22-A0E4-47822485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F19CE5E5-B290-484E-9FBC-5EF64724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0AFDA6D8-37CA-4006-9587-3C488989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8ADE5189-93C0-4BE0-A0E4-9BD71121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595D0439-A797-4C74-A95F-B6F11786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E8F9DC45-4A44-4F3D-A592-E4D33C1E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273C1081-8B2D-40F0-893D-85C6064F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B47152FA-8A3A-4055-A46A-6C82D6EB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38F4C2F9-9820-4B54-A364-6C7CC39A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1EA9F9F3-7968-4ADB-AB71-E7161FCB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888DE19C-762B-4B45-9C24-3DF9CC2D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BC55C244-C7AB-4AEA-A50C-F574CDD9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3CFE38A8-EE84-403C-89E7-68D8CDBC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339A78AD-286D-4783-AD58-30128555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753E3D74-033A-49D9-8989-F75EB008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9D5F3E35-995F-4FFB-AB6F-4231BABB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202184DC-BAF7-4D6D-AF2E-A80BC1DE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F030B1B7-397E-4887-95BB-74B50FDE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A9706CB0-C74F-4814-8AA5-E341BFEA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A92EA855-35FD-4F61-876D-FAABB0F4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060D07E6-229E-49A6-B2EF-613BC105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F0BE3D5E-7CC0-4CD4-BF77-9F78195A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E0F375A0-6153-466D-A91D-5C37E071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F78213DD-53BE-470F-BB09-7E7413AE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12ACB5AA-F8D3-4199-AD2E-335E694A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3D90903F-71BF-4FA8-B249-394A9529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B142A779-96CA-4602-B1FF-0B10237C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CB28578E-054C-4896-B74E-B5CD2A83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2D1E05D3-F483-4408-A21C-94949F45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4B59D7ED-16BD-424A-9515-B5F99AC6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B655CA96-4ADD-46EF-82DB-AD0412D7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ILUSTRACIÓN VISUAL</a:t>
            </a:r>
          </a:p>
        </p:txBody>
      </p:sp>
      <p:sp>
        <p:nvSpPr>
          <p:cNvPr id="39" name="media-title">
            <a:extLst xmlns:a="http://schemas.openxmlformats.org/drawingml/2006/main">
              <a:ext uri="{FF2B5EF4-FFF2-40B4-BE49-F238E27FC236}">
                <a16:creationId xmlns:a16="http://schemas.microsoft.com/office/drawing/2014/main" id="{540441AB-19D6-4693-B52B-B2391829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Espacio para imagen,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video o captura</a:t>
            </a:r>
          </a:p>
        </p:txBody>
      </p:sp>
      <p:sp>
        <p:nvSpPr>
          <p:cNvPr id="40" name="media-body">
            <a:extLst xmlns:a="http://schemas.openxmlformats.org/drawingml/2006/main">
              <a:ext uri="{FF2B5EF4-FFF2-40B4-BE49-F238E27FC236}">
                <a16:creationId xmlns:a16="http://schemas.microsoft.com/office/drawing/2014/main" id="{D6A35AF5-E072-4128-9B7A-FB523074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5334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9D9D9"/>
                </a:solidFill>
                <a:latin typeface="Arial"/>
                <a:ea typeface="Arial"/>
                <a:cs typeface="Arial"/>
              </a:rPr>
              <a:t>Usá este layout para ejemplos visuales, publicaciones, capturas o recursos multimedia.</a:t>
            </a:r>
          </a:p>
        </p:txBody>
      </p:sp>
      <p:sp>
        <p:nvSpPr>
          <p:cNvPr id="41" name="media-frame">
            <a:extLst xmlns:a="http://schemas.openxmlformats.org/drawingml/2006/main">
              <a:ext uri="{FF2B5EF4-FFF2-40B4-BE49-F238E27FC236}">
                <a16:creationId xmlns:a16="http://schemas.microsoft.com/office/drawing/2014/main" id="{443C867B-2951-4D65-B80B-76FDB671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0"/>
            <a:ext cx="4000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42" name="media-corner-t-h">
            <a:extLst xmlns:a="http://schemas.openxmlformats.org/drawingml/2006/main">
              <a:ext uri="{FF2B5EF4-FFF2-40B4-BE49-F238E27FC236}">
                <a16:creationId xmlns:a16="http://schemas.microsoft.com/office/drawing/2014/main" id="{AFF760B8-1FAB-4F76-B596-B9FF5B92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0"/>
            <a:ext cx="819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media-corner-t-v">
            <a:extLst xmlns:a="http://schemas.openxmlformats.org/drawingml/2006/main">
              <a:ext uri="{FF2B5EF4-FFF2-40B4-BE49-F238E27FC236}">
                <a16:creationId xmlns:a16="http://schemas.microsoft.com/office/drawing/2014/main" id="{F5E3A06A-95E8-4776-B75C-8C628C95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0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media-corner-b-h">
            <a:extLst xmlns:a="http://schemas.openxmlformats.org/drawingml/2006/main">
              <a:ext uri="{FF2B5EF4-FFF2-40B4-BE49-F238E27FC236}">
                <a16:creationId xmlns:a16="http://schemas.microsoft.com/office/drawing/2014/main" id="{5BDBA66B-A058-416F-A927-2CF8805A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619750"/>
            <a:ext cx="819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media-corner-b-v">
            <a:extLst xmlns:a="http://schemas.openxmlformats.org/drawingml/2006/main">
              <a:ext uri="{FF2B5EF4-FFF2-40B4-BE49-F238E27FC236}">
                <a16:creationId xmlns:a16="http://schemas.microsoft.com/office/drawing/2014/main" id="{A20BDFE7-1DD3-4E5D-8FC9-4175B2BC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95850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media-placeholder">
            <a:extLst xmlns:a="http://schemas.openxmlformats.org/drawingml/2006/main">
              <a:ext uri="{FF2B5EF4-FFF2-40B4-BE49-F238E27FC236}">
                <a16:creationId xmlns:a16="http://schemas.microsoft.com/office/drawing/2014/main" id="{7A9785A9-793D-4123-9970-D5A3C651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9D9D9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D9D9D"/>
                </a:solidFill>
                <a:latin typeface="Arial"/>
                <a:ea typeface="Arial"/>
                <a:cs typeface="Arial"/>
              </a:rPr>
              <a:t>INSERTAR</a:t>
            </a:r>
          </a:p>
          <a:p xmlns:a="http://schemas.openxmlformats.org/drawingml/2006/main">
            <a:pPr algn="ctr">
              <a:defRPr sz="3300" b="1">
                <a:solidFill>
                  <a:srgbClr val="9D9D9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D9D9D"/>
                </a:solidFill>
                <a:latin typeface="Arial"/>
                <a:ea typeface="Arial"/>
                <a:cs typeface="Arial"/>
              </a:rPr>
              <a:t>IMAGEN / VIDEO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9c709d74d46e6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48" name="footer-text">
            <a:extLst xmlns:a="http://schemas.openxmlformats.org/drawingml/2006/main">
              <a:ext uri="{FF2B5EF4-FFF2-40B4-BE49-F238E27FC236}">
                <a16:creationId xmlns:a16="http://schemas.microsoft.com/office/drawing/2014/main" id="{B7473A33-2E0F-4F81-B8E8-A52270B4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6280782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FC619EAC-2B58-49A7-B2B4-4CAF8BFF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CDF53E1C-9325-441D-A639-A9A4E38E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A0A4D844-BE0C-4C8B-A069-BDDCE868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A4072BD6-3CD9-4CD2-A03F-0ABBAEC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56F94E0F-779B-4FC9-A394-BBCBDABD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BAD6A615-EEBC-453C-A903-698CFBA9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920284E6-C429-43C7-996E-4DAD0237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C0AA0A37-F13F-484C-A4FD-7C7F8BB0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49EB169B-D9B7-4766-BD9B-46B5A964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ED3CD1E7-EA55-43B2-95B8-91AC39CE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59AE4969-5F73-4DBE-BC8F-B30AC599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8D8E13A6-25F4-4EE1-BBB7-48B8F19E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7A3DF61C-8407-46FB-83E9-2FEB2953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168404B3-FD21-4D50-B876-0315A657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779099E1-2804-4CC8-9D1C-B47153C8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4B6DDD2E-915F-43B5-91E0-B1CD0B4D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CD54D905-2D2A-4201-9026-10690EDE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6137C73F-C3DE-41F2-8EDB-89D90E77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6D6F1BBF-8C83-4FB9-A9CE-FC091DC5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EB924514-816A-4CEA-B8F3-2360F376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79EAC30B-91FA-481A-93A6-F7BFC4B7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B9038AA7-90B3-44A2-B42D-32F947BF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A28DE529-1FDD-4AF1-83FC-3F3A8F78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102B893E-6A9E-48E7-8DD1-DA8B8268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C7C8C527-B57D-433F-9B0F-CC6515E3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EA23C772-41CE-4AAE-97EA-554B9A5B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A6F290EC-274A-4621-81E5-C1E44489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3286E102-59DE-4389-A132-0E614CB2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19719A9E-1E23-4AA6-B990-0258963F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9B06B970-C672-45B9-8379-AF243058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A093835E-9566-4AB2-8B13-3452A58F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0F99DC46-A927-4E75-B086-2212C7E2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C99CB691-6005-48FF-BB5C-A112C94A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9ADF4525-A8B8-4D62-AF7A-7CF409DE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C1E9C18D-350F-4A83-851B-FB2D6C93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53AFE12E-27E8-4048-B0F4-4720A528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AABE6907-941A-44B0-887B-EED33BDD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65913796-54DE-40A4-8438-8E0D242C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CONTRASTE ESPIRITUAL</a:t>
            </a:r>
          </a:p>
        </p:txBody>
      </p:sp>
      <p:sp>
        <p:nvSpPr>
          <p:cNvPr id="39" name="contrast-title">
            <a:extLst xmlns:a="http://schemas.openxmlformats.org/drawingml/2006/main">
              <a:ext uri="{FF2B5EF4-FFF2-40B4-BE49-F238E27FC236}">
                <a16:creationId xmlns:a16="http://schemas.microsoft.com/office/drawing/2014/main" id="{025864E0-B5F4-49E9-8558-01F8EB9C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810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 que mostramos y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 que Dios ve</a:t>
            </a:r>
          </a:p>
        </p:txBody>
      </p:sp>
      <p:sp>
        <p:nvSpPr>
          <p:cNvPr id="40" name="contrast-card-0">
            <a:extLst xmlns:a="http://schemas.openxmlformats.org/drawingml/2006/main">
              <a:ext uri="{FF2B5EF4-FFF2-40B4-BE49-F238E27FC236}">
                <a16:creationId xmlns:a16="http://schemas.microsoft.com/office/drawing/2014/main" id="{216D1770-773B-4944-8558-7AB45B77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41" name="contrast-heading-0">
            <a:extLst xmlns:a="http://schemas.openxmlformats.org/drawingml/2006/main">
              <a:ext uri="{FF2B5EF4-FFF2-40B4-BE49-F238E27FC236}">
                <a16:creationId xmlns:a16="http://schemas.microsoft.com/office/drawing/2014/main" id="{559FD299-0AA6-466B-83DE-E03B7493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Selfie</a:t>
            </a:r>
          </a:p>
        </p:txBody>
      </p:sp>
      <p:sp>
        <p:nvSpPr>
          <p:cNvPr id="42" name="contrast-item-0-0">
            <a:extLst xmlns:a="http://schemas.openxmlformats.org/drawingml/2006/main">
              <a:ext uri="{FF2B5EF4-FFF2-40B4-BE49-F238E27FC236}">
                <a16:creationId xmlns:a16="http://schemas.microsoft.com/office/drawing/2014/main" id="{0D05DD71-1007-4EF0-A019-61987A9D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33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9D9D9"/>
                </a:solidFill>
                <a:latin typeface="Arial"/>
                <a:ea typeface="Arial"/>
                <a:cs typeface="Arial"/>
              </a:rPr>
              <a:t>Apariencia</a:t>
            </a:r>
          </a:p>
        </p:txBody>
      </p:sp>
      <p:sp>
        <p:nvSpPr>
          <p:cNvPr id="43" name="contrast-line-0-0">
            <a:extLst xmlns:a="http://schemas.openxmlformats.org/drawingml/2006/main">
              <a:ext uri="{FF2B5EF4-FFF2-40B4-BE49-F238E27FC236}">
                <a16:creationId xmlns:a16="http://schemas.microsoft.com/office/drawing/2014/main" id="{53444F80-8C64-4A39-BC75-9B944D17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ontrast-item-0-1">
            <a:extLst xmlns:a="http://schemas.openxmlformats.org/drawingml/2006/main">
              <a:ext uri="{FF2B5EF4-FFF2-40B4-BE49-F238E27FC236}">
                <a16:creationId xmlns:a16="http://schemas.microsoft.com/office/drawing/2014/main" id="{5BA69A7C-5394-495B-BC52-03DCA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9D9D9"/>
                </a:solidFill>
                <a:latin typeface="Arial"/>
                <a:ea typeface="Arial"/>
                <a:cs typeface="Arial"/>
              </a:rPr>
              <a:t>Carne</a:t>
            </a:r>
          </a:p>
        </p:txBody>
      </p:sp>
      <p:sp>
        <p:nvSpPr>
          <p:cNvPr id="45" name="contrast-line-0-1">
            <a:extLst xmlns:a="http://schemas.openxmlformats.org/drawingml/2006/main">
              <a:ext uri="{FF2B5EF4-FFF2-40B4-BE49-F238E27FC236}">
                <a16:creationId xmlns:a16="http://schemas.microsoft.com/office/drawing/2014/main" id="{AD5D8EAD-58D5-422A-BB7E-0A47990D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482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ontrast-item-0-2">
            <a:extLst xmlns:a="http://schemas.openxmlformats.org/drawingml/2006/main">
              <a:ext uri="{FF2B5EF4-FFF2-40B4-BE49-F238E27FC236}">
                <a16:creationId xmlns:a16="http://schemas.microsoft.com/office/drawing/2014/main" id="{7B743F1D-0A22-4056-BF77-56536FFE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62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9D9D9"/>
                </a:solidFill>
                <a:latin typeface="Arial"/>
                <a:ea typeface="Arial"/>
                <a:cs typeface="Arial"/>
              </a:rPr>
              <a:t>Lo que muestro</a:t>
            </a:r>
          </a:p>
        </p:txBody>
      </p:sp>
      <p:sp>
        <p:nvSpPr>
          <p:cNvPr id="47" name="contrast-line-0-2">
            <a:extLst xmlns:a="http://schemas.openxmlformats.org/drawingml/2006/main">
              <a:ext uri="{FF2B5EF4-FFF2-40B4-BE49-F238E27FC236}">
                <a16:creationId xmlns:a16="http://schemas.microsoft.com/office/drawing/2014/main" id="{4EE8F440-8185-420F-9F53-D236E3C2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625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ontrast-item-0-3">
            <a:extLst xmlns:a="http://schemas.openxmlformats.org/drawingml/2006/main">
              <a:ext uri="{FF2B5EF4-FFF2-40B4-BE49-F238E27FC236}">
                <a16:creationId xmlns:a16="http://schemas.microsoft.com/office/drawing/2014/main" id="{2CA9D935-F9C2-493C-ACA0-C9968C61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76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9D9D9"/>
                </a:solidFill>
                <a:latin typeface="Arial"/>
                <a:ea typeface="Arial"/>
                <a:cs typeface="Arial"/>
              </a:rPr>
              <a:t>Control propio</a:t>
            </a:r>
          </a:p>
        </p:txBody>
      </p:sp>
      <p:sp>
        <p:nvSpPr>
          <p:cNvPr id="49" name="contrast-line-0-3">
            <a:extLst xmlns:a="http://schemas.openxmlformats.org/drawingml/2006/main">
              <a:ext uri="{FF2B5EF4-FFF2-40B4-BE49-F238E27FC236}">
                <a16:creationId xmlns:a16="http://schemas.microsoft.com/office/drawing/2014/main" id="{A604B317-CAC6-4767-B48D-A3C42037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769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ntrast-card-1">
            <a:extLst xmlns:a="http://schemas.openxmlformats.org/drawingml/2006/main">
              <a:ext uri="{FF2B5EF4-FFF2-40B4-BE49-F238E27FC236}">
                <a16:creationId xmlns:a16="http://schemas.microsoft.com/office/drawing/2014/main" id="{7AF7F2C3-0374-4679-9D50-700B0228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81300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51" name="contrast-heading-1">
            <a:extLst xmlns:a="http://schemas.openxmlformats.org/drawingml/2006/main">
              <a:ext uri="{FF2B5EF4-FFF2-40B4-BE49-F238E27FC236}">
                <a16:creationId xmlns:a16="http://schemas.microsoft.com/office/drawing/2014/main" id="{E673F02B-BD7A-4F5D-B125-9106C131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480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Verdad</a:t>
            </a:r>
          </a:p>
        </p:txBody>
      </p:sp>
      <p:sp>
        <p:nvSpPr>
          <p:cNvPr id="52" name="contrast-item-1-0">
            <a:extLst xmlns:a="http://schemas.openxmlformats.org/drawingml/2006/main">
              <a:ext uri="{FF2B5EF4-FFF2-40B4-BE49-F238E27FC236}">
                <a16:creationId xmlns:a16="http://schemas.microsoft.com/office/drawing/2014/main" id="{BFB8BD94-8A0B-42B5-89A6-B775CBDA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33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9D9D9"/>
                </a:solidFill>
                <a:latin typeface="Arial"/>
                <a:ea typeface="Arial"/>
                <a:cs typeface="Arial"/>
              </a:rPr>
              <a:t>Interior</a:t>
            </a:r>
          </a:p>
        </p:txBody>
      </p:sp>
      <p:sp>
        <p:nvSpPr>
          <p:cNvPr id="53" name="contrast-line-1-0">
            <a:extLst xmlns:a="http://schemas.openxmlformats.org/drawingml/2006/main">
              <a:ext uri="{FF2B5EF4-FFF2-40B4-BE49-F238E27FC236}">
                <a16:creationId xmlns:a16="http://schemas.microsoft.com/office/drawing/2014/main" id="{87BA33A5-E080-4E43-8D63-CC95091D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338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ontrast-item-1-1">
            <a:extLst xmlns:a="http://schemas.openxmlformats.org/drawingml/2006/main">
              <a:ext uri="{FF2B5EF4-FFF2-40B4-BE49-F238E27FC236}">
                <a16:creationId xmlns:a16="http://schemas.microsoft.com/office/drawing/2014/main" id="{4F702133-54F8-4231-8270-8F8E9055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481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9D9D9"/>
                </a:solidFill>
                <a:latin typeface="Arial"/>
                <a:ea typeface="Arial"/>
                <a:cs typeface="Arial"/>
              </a:rPr>
              <a:t>Espíritu</a:t>
            </a:r>
          </a:p>
        </p:txBody>
      </p:sp>
      <p:sp>
        <p:nvSpPr>
          <p:cNvPr id="55" name="contrast-line-1-1">
            <a:extLst xmlns:a="http://schemas.openxmlformats.org/drawingml/2006/main">
              <a:ext uri="{FF2B5EF4-FFF2-40B4-BE49-F238E27FC236}">
                <a16:creationId xmlns:a16="http://schemas.microsoft.com/office/drawing/2014/main" id="{B9CC28A7-C848-48A0-B271-84DD921E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482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contrast-item-1-2">
            <a:extLst xmlns:a="http://schemas.openxmlformats.org/drawingml/2006/main">
              <a:ext uri="{FF2B5EF4-FFF2-40B4-BE49-F238E27FC236}">
                <a16:creationId xmlns:a16="http://schemas.microsoft.com/office/drawing/2014/main" id="{124EBD40-41E2-4F88-96B8-1D7A5C30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62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9D9D9"/>
                </a:solidFill>
                <a:latin typeface="Arial"/>
                <a:ea typeface="Arial"/>
                <a:cs typeface="Arial"/>
              </a:rPr>
              <a:t>Lo que Dios ve</a:t>
            </a:r>
          </a:p>
        </p:txBody>
      </p:sp>
      <p:sp>
        <p:nvSpPr>
          <p:cNvPr id="57" name="contrast-line-1-2">
            <a:extLst xmlns:a="http://schemas.openxmlformats.org/drawingml/2006/main">
              <a:ext uri="{FF2B5EF4-FFF2-40B4-BE49-F238E27FC236}">
                <a16:creationId xmlns:a16="http://schemas.microsoft.com/office/drawing/2014/main" id="{9FDA46E3-B919-498C-BAF6-811AEBD7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625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contrast-item-1-3">
            <a:extLst xmlns:a="http://schemas.openxmlformats.org/drawingml/2006/main">
              <a:ext uri="{FF2B5EF4-FFF2-40B4-BE49-F238E27FC236}">
                <a16:creationId xmlns:a16="http://schemas.microsoft.com/office/drawing/2014/main" id="{8CFB6C66-CE0E-4C16-9250-F9A05D2E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76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9D9D9"/>
                </a:solidFill>
                <a:latin typeface="Arial"/>
                <a:ea typeface="Arial"/>
                <a:cs typeface="Arial"/>
              </a:rPr>
              <a:t>Guía de Dios</a:t>
            </a:r>
          </a:p>
        </p:txBody>
      </p:sp>
      <p:sp>
        <p:nvSpPr>
          <p:cNvPr id="59" name="contrast-line-1-3">
            <a:extLst xmlns:a="http://schemas.openxmlformats.org/drawingml/2006/main">
              <a:ext uri="{FF2B5EF4-FFF2-40B4-BE49-F238E27FC236}">
                <a16:creationId xmlns:a16="http://schemas.microsoft.com/office/drawing/2014/main" id="{D9838E93-26FC-4929-B856-0CDB2136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769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441e4b9f748fd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61" name="footer-text">
            <a:extLst xmlns:a="http://schemas.openxmlformats.org/drawingml/2006/main">
              <a:ext uri="{FF2B5EF4-FFF2-40B4-BE49-F238E27FC236}">
                <a16:creationId xmlns:a16="http://schemas.microsoft.com/office/drawing/2014/main" id="{601425F5-B416-49BC-B7A8-761DB379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3313130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A88AB78E-9C65-41B5-A63C-3679BE7D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B40A1A81-E930-407D-A0BA-EFFB0482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07D695BA-7D73-4BE6-BE88-2DC86E0F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C67AA805-E4CE-490D-9239-8BC4FFE1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A106D790-6536-4500-9CCF-07E2981F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F38BDF4F-D626-472E-B4B4-B2A4856A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C494DB01-33DA-4ADF-ACBD-65BB1069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88884C36-A525-40C5-A534-7488A5C5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2593A4A1-18F6-4CA6-9279-FECF8412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3FEAB113-4A21-465F-9D4A-0C1DD16C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54008404-E66A-4B20-A90D-15824025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D7DB7E5A-5F6E-4BC6-B80B-91A95E57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3EA36E63-4549-42CF-88CA-1834D203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B88FF832-5016-4E4A-ADB5-BCB26B77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F1124DFD-4240-45C8-9E73-3C6A58A8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7403632C-6999-45BA-9E40-914E9609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6FA4D699-E867-4544-B1DC-EA12CDD9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C28A1AAD-F6C9-4FD9-B0CD-B663AA0D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5CC09371-0411-4998-A0C7-204EB800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B2938C36-029A-4FEA-906C-75FB029E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35AC1E00-5763-43D5-B16E-20CACBBF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6471FAB7-2F7D-460A-B5D3-B4938383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345D734C-F72D-4655-91CF-09D9EA0E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78B89678-8056-486C-9344-79D50262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32282879-ECB4-420B-8124-0988FD1E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08E20B90-8E9F-4300-96B7-CE57200A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73A60B99-9632-4D25-9400-24093BCA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F516B900-C8D1-401B-BBD4-C8CB9B25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F04DC82D-C2DA-4ED4-A1A4-46A1F35E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AE616424-7964-45C3-91EB-1B8FEC2A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2D3B6BDF-EC3A-4DF9-9FF7-58C5D2E1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5FCF29E4-0478-4008-B14D-9E63B810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5073E00C-FC6E-48FD-8DC6-1DA99816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0FC82F4E-9C8D-49DF-9D05-EB71EA0A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19F94C26-2655-4D31-9E34-6F55F0CE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C910348D-D705-41B0-8767-B7758C1B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857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3EBE3ABC-2B22-44D9-A54C-636FE343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8C2A08AB-9113-4C7E-A4CE-53D7B0D3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3267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APLICACIÓN PRÁCTICA</a:t>
            </a:r>
          </a:p>
        </p:txBody>
      </p:sp>
      <p:sp>
        <p:nvSpPr>
          <p:cNvPr id="39" name="application-main">
            <a:extLst xmlns:a="http://schemas.openxmlformats.org/drawingml/2006/main">
              <a:ext uri="{FF2B5EF4-FFF2-40B4-BE49-F238E27FC236}">
                <a16:creationId xmlns:a16="http://schemas.microsoft.com/office/drawing/2014/main" id="{FE12EE00-9FB1-4278-B1A1-46F12577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23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Necesitamos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preguntarnos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 estamos</a:t>
            </a:r>
          </a:p>
        </p:txBody>
      </p:sp>
      <p:sp>
        <p:nvSpPr>
          <p:cNvPr id="40" name="application-highlight">
            <a:extLst xmlns:a="http://schemas.openxmlformats.org/drawingml/2006/main">
              <a:ext uri="{FF2B5EF4-FFF2-40B4-BE49-F238E27FC236}">
                <a16:creationId xmlns:a16="http://schemas.microsoft.com/office/drawing/2014/main" id="{2B9ED93E-F404-4CA8-A80A-0AD66092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alimentando.</a:t>
            </a:r>
          </a:p>
        </p:txBody>
      </p:sp>
      <p:sp>
        <p:nvSpPr>
          <p:cNvPr id="41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88D3BF94-6604-42A3-9A3E-90A15ADC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D9D9D9"/>
                </a:solidFill>
                <a:latin typeface="Arial"/>
                <a:ea typeface="Arial"/>
                <a:cs typeface="Arial"/>
              </a:rPr>
              <a:t>Un desafío en primera persona plural para responder juntos, con claridad y cuidado pastoral.</a:t>
            </a:r>
          </a:p>
        </p:txBody>
      </p:sp>
      <p:sp>
        <p:nvSpPr>
          <p:cNvPr id="42" name="application-placeholder">
            <a:extLst xmlns:a="http://schemas.openxmlformats.org/drawingml/2006/main">
              <a:ext uri="{FF2B5EF4-FFF2-40B4-BE49-F238E27FC236}">
                <a16:creationId xmlns:a16="http://schemas.microsoft.com/office/drawing/2014/main" id="{4620F07A-EF80-4B76-A5BA-31F57E9E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38250"/>
            <a:ext cx="2286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6262"/>
            </a:solidFill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bb5007ba64c24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44" name="footer-text">
            <a:extLst xmlns:a="http://schemas.openxmlformats.org/drawingml/2006/main">
              <a:ext uri="{FF2B5EF4-FFF2-40B4-BE49-F238E27FC236}">
                <a16:creationId xmlns:a16="http://schemas.microsoft.com/office/drawing/2014/main" id="{723C6584-886A-4239-BDDF-F36EE544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4186770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51124CBA-4B75-4F3E-9FA8-C2AE0234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4EA0A4ED-293E-4350-8DAC-9EC7D321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7C457BD4-70BF-483C-9E17-3E6A6EDE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sponse-vignette">
            <a:extLst xmlns:a="http://schemas.openxmlformats.org/drawingml/2006/main">
              <a:ext uri="{FF2B5EF4-FFF2-40B4-BE49-F238E27FC236}">
                <a16:creationId xmlns:a16="http://schemas.microsoft.com/office/drawing/2014/main" id="{5859DEB4-9DB5-4BF7-B8FE-73EA3D56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5C9FC3D9-2016-440D-8601-0FD79FF4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181100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6" name="label-dot">
            <a:extLst xmlns:a="http://schemas.openxmlformats.org/drawingml/2006/main">
              <a:ext uri="{FF2B5EF4-FFF2-40B4-BE49-F238E27FC236}">
                <a16:creationId xmlns:a16="http://schemas.microsoft.com/office/drawing/2014/main" id="{8F8EAF3F-0209-4AE6-88C2-7ECC9AAA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371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-text">
            <a:extLst xmlns:a="http://schemas.openxmlformats.org/drawingml/2006/main">
              <a:ext uri="{FF2B5EF4-FFF2-40B4-BE49-F238E27FC236}">
                <a16:creationId xmlns:a16="http://schemas.microsoft.com/office/drawing/2014/main" id="{2A75801D-3108-4BD4-A266-A04A650F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14450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MOMENTO DE RESPUESTA</a:t>
            </a:r>
          </a:p>
        </p:txBody>
      </p:sp>
      <p:sp>
        <p:nvSpPr>
          <p:cNvPr id="8" name="response-title">
            <a:extLst xmlns:a="http://schemas.openxmlformats.org/drawingml/2006/main">
              <a:ext uri="{FF2B5EF4-FFF2-40B4-BE49-F238E27FC236}">
                <a16:creationId xmlns:a16="http://schemas.microsoft.com/office/drawing/2014/main" id="{33221851-CB24-4890-B9C5-3B56CD36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6695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Dios no mira solo la imagen.</a:t>
            </a:r>
          </a:p>
          <a:p xmlns:a="http://schemas.openxmlformats.org/drawingml/2006/main">
            <a:pPr algn="ctr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Mira el corazón.</a:t>
            </a:r>
          </a:p>
        </p:txBody>
      </p:sp>
      <p:sp>
        <p:nvSpPr>
          <p:cNvPr id="9" name="response-subtitle">
            <a:extLst xmlns:a="http://schemas.openxmlformats.org/drawingml/2006/main">
              <a:ext uri="{FF2B5EF4-FFF2-40B4-BE49-F238E27FC236}">
                <a16:creationId xmlns:a16="http://schemas.microsoft.com/office/drawing/2014/main" id="{B0547FE1-C3E1-43C6-BE0D-3BB8131A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386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850">
                <a:solidFill>
                  <a:srgbClr val="D9D9D9"/>
                </a:solidFill>
                <a:latin typeface="Arial"/>
                <a:ea typeface="Arial"/>
                <a:cs typeface="Arial"/>
              </a:rPr>
              <a:t>Espacio para oración, reflexión o llamado final.</a:t>
            </a:r>
          </a:p>
        </p:txBody>
      </p:sp>
      <p:sp>
        <p:nvSpPr>
          <p:cNvPr id="10" name="response-line">
            <a:extLst xmlns:a="http://schemas.openxmlformats.org/drawingml/2006/main">
              <a:ext uri="{FF2B5EF4-FFF2-40B4-BE49-F238E27FC236}">
                <a16:creationId xmlns:a16="http://schemas.microsoft.com/office/drawing/2014/main" id="{BCBBA0E5-DEA3-4E08-BFE0-52605567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5300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b917f44ae48af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12" name="footer-text">
            <a:extLst xmlns:a="http://schemas.openxmlformats.org/drawingml/2006/main">
              <a:ext uri="{FF2B5EF4-FFF2-40B4-BE49-F238E27FC236}">
                <a16:creationId xmlns:a16="http://schemas.microsoft.com/office/drawing/2014/main" id="{792B578F-50CD-4EA4-BC7D-66B51E92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1222950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2A67A923-A7B8-417A-8712-3C353437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6A22395F-C517-4A2D-8014-9D60ABDC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E8D57907-D2CA-4598-BFD5-5D3330DB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f1d3aad1a4cf8"/>
          <a:stretch xmlns:a="http://schemas.openxmlformats.org/drawingml/2006/main"/>
        </p:blipFill>
        <p:spPr>
          <a:xfrm xmlns:a="http://schemas.openxmlformats.org/drawingml/2006/main">
            <a:off x="5613120" y="1123950"/>
            <a:ext cx="965759" cy="1295400"/>
          </a:xfrm>
          <a:prstGeom xmlns:a="http://schemas.openxmlformats.org/drawingml/2006/main" prst="rect">
            <a:avLst/>
          </a:prstGeom>
        </p:spPr>
      </p:pic>
      <p:sp>
        <p:nvSpPr>
          <p:cNvPr id="5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442C216-9949-4895-BBDD-347BBBAD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8130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  <p:sp>
        <p:nvSpPr>
          <p:cNvPr id="6" name="close-bar">
            <a:extLst xmlns:a="http://schemas.openxmlformats.org/drawingml/2006/main">
              <a:ext uri="{FF2B5EF4-FFF2-40B4-BE49-F238E27FC236}">
                <a16:creationId xmlns:a16="http://schemas.microsoft.com/office/drawing/2014/main" id="{25315500-5991-44BB-AA32-483EB7AA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48100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e-next">
            <a:extLst xmlns:a="http://schemas.openxmlformats.org/drawingml/2006/main">
              <a:ext uri="{FF2B5EF4-FFF2-40B4-BE49-F238E27FC236}">
                <a16:creationId xmlns:a16="http://schemas.microsoft.com/office/drawing/2014/main" id="{A88A7DF5-1F43-4120-8C1C-8AC16EA7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91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Próxima reunión / fecha</a:t>
            </a:r>
          </a:p>
        </p:txBody>
      </p:sp>
    </p:spTree>
    <p:extLst>
      <p:ext uri="{BB962C8B-B14F-4D97-AF65-F5344CB8AC3E}">
        <p14:creationId xmlns:p14="http://schemas.microsoft.com/office/powerpoint/2010/main" val="589281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2026-06-20T04:20:55.2190000Z</dcterms:created>
  <dcterms:modified xsi:type="dcterms:W3CDTF">2026-06-20T04:20:55.2200000Z</dcterms:modified>
</coreProperties>
</file>