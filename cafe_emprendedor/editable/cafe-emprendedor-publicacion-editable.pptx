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989ababbe494e65" /><Relationship Type="http://schemas.openxmlformats.org/officeDocument/2006/relationships/extended-properties" Target="/docProps/app.xml" Id="Rd2d5b17185984b3e" /><Relationship Type="http://schemas.openxmlformats.org/officeDocument/2006/relationships/officeDocument" Target="/ppt/presentation.xml" Id="R1c4272d10794445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865b86dc36f4932"/>
  </p:sldMasterIdLst>
  <p:notesMasterIdLst>
    <p:notesMasterId xmlns:r="http://schemas.openxmlformats.org/officeDocument/2006/relationships" r:id="Ra9896f4033724441"/>
  </p:notesMasterIdLst>
  <p:sldIdLst>
    <p:sldId xmlns:r="http://schemas.openxmlformats.org/officeDocument/2006/relationships" id="256" r:id="R8538c02ab8714121"/>
  </p:sldIdLst>
  <p:sldSz cx="10287000" cy="1285875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4baecca6711458a" /><Relationship Type="http://schemas.openxmlformats.org/officeDocument/2006/relationships/slideMaster" Target="/ppt/slideMasters/slideMaster1.xml" Id="R1865b86dc36f4932" /><Relationship Type="http://schemas.openxmlformats.org/officeDocument/2006/relationships/notesMaster" Target="/ppt/notesMasters/notesMaster1.xml" Id="Ra9896f4033724441" /><Relationship Type="http://schemas.openxmlformats.org/officeDocument/2006/relationships/presProps" Target="/ppt/presProps.xml" Id="Redd1b14ee6674b6d" /><Relationship Type="http://schemas.openxmlformats.org/officeDocument/2006/relationships/viewProps" Target="/ppt/viewProps.xml" Id="R5f8181299438432b" /><Relationship Type="http://schemas.openxmlformats.org/officeDocument/2006/relationships/tableStyles" Target="/ppt/tableStyles.xml" Id="R310bc2cad518404f" /><Relationship Type="http://schemas.openxmlformats.org/officeDocument/2006/relationships/slide" Target="/ppt/slides/slide1.xml" Id="R8538c02ab871412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18a6785cff8441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bf6021e5dd94df2" /><Relationship Type="http://schemas.openxmlformats.org/officeDocument/2006/relationships/notesMaster" Target="/ppt/notesMasters/notesMaster1.xml" Id="R1dbec661714b4fd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d201bdc3924fe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22891027b944e7c" /><Relationship Type="http://schemas.openxmlformats.org/officeDocument/2006/relationships/slideLayout" Target="/ppt/slideLayouts/slideLayout1.xml" Id="Ra5e370118ea144d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5e370118ea144d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0e34e69cad4045" /><Relationship Type="http://schemas.openxmlformats.org/officeDocument/2006/relationships/image" Target="/ppt/media/image.png" Id="R949197f44b7d4bfe" /><Relationship Type="http://schemas.openxmlformats.org/officeDocument/2006/relationships/image" Target="/ppt/media/image2.png" Id="R4993c266e1264a24" /><Relationship Type="http://schemas.openxmlformats.org/officeDocument/2006/relationships/image" Target="/ppt/media/image3.png" Id="R0d600570262d4cd1" /><Relationship Type="http://schemas.openxmlformats.org/officeDocument/2006/relationships/image" Target="/ppt/media/image4.png" Id="R3bfe9f792d3c4d26" /><Relationship Type="http://schemas.openxmlformats.org/officeDocument/2006/relationships/image" Target="/ppt/media/image5.png" Id="Rd8cb53fb73104d2f" /><Relationship Type="http://schemas.openxmlformats.org/officeDocument/2006/relationships/notesSlide" Target="/ppt/notesSlides/notesSlide1.xml" Id="R0bf09464396d48d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8CD3A292-5442-42A9-A2D9-D6F99DB33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9197f44b7d4bfe"/>
          <a:stretch xmlns:a="http://schemas.openxmlformats.org/drawingml/2006/main"/>
        </p:blipFill>
        <p:spPr>
          <a:xfrm xmlns:a="http://schemas.openxmlformats.org/drawingml/2006/main">
            <a:off x="0" y="-333375"/>
            <a:ext cx="10287000" cy="15430500"/>
          </a:xfrm>
          <a:prstGeom xmlns:a="http://schemas.openxmlformats.org/drawingml/2006/main" prst="rect">
            <a:avLst/>
          </a:prstGeom>
        </p:spPr>
      </p:pic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93c266e1264a24"/>
          <a:stretch xmlns:a="http://schemas.openxmlformats.org/drawingml/2006/main"/>
        </p:blipFill>
        <p:spPr>
          <a:xfrm xmlns:a="http://schemas.openxmlformats.org/drawingml/2006/main">
            <a:off x="171450" y="3790"/>
            <a:ext cx="3333750" cy="3878621"/>
          </a:xfrm>
          <a:prstGeom xmlns:a="http://schemas.openxmlformats.org/drawingml/2006/main" prst="rect">
            <a:avLst/>
          </a:prstGeom>
        </p:spPr>
      </p:pic>
      <p:sp>
        <p:nvSpPr>
          <p:cNvPr id="4" name="theme-shadow">
            <a:extLst xmlns:a="http://schemas.openxmlformats.org/drawingml/2006/main">
              <a:ext uri="{FF2B5EF4-FFF2-40B4-BE49-F238E27FC236}">
                <a16:creationId xmlns:a16="http://schemas.microsoft.com/office/drawing/2014/main" id="{7405F17C-39C6-481F-94D6-DD1E00742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71475"/>
            <a:ext cx="4905375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D4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heme-card">
            <a:extLst xmlns:a="http://schemas.openxmlformats.org/drawingml/2006/main">
              <a:ext uri="{FF2B5EF4-FFF2-40B4-BE49-F238E27FC236}">
                <a16:creationId xmlns:a16="http://schemas.microsoft.com/office/drawing/2014/main" id="{34294640-791E-44C5-92E9-2BFDC6B58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76225"/>
            <a:ext cx="5000625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3210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theme-kicker">
            <a:extLst xmlns:a="http://schemas.openxmlformats.org/drawingml/2006/main">
              <a:ext uri="{FF2B5EF4-FFF2-40B4-BE49-F238E27FC236}">
                <a16:creationId xmlns:a16="http://schemas.microsoft.com/office/drawing/2014/main" id="{D87B5611-0F2A-420B-8932-D305169B1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95300"/>
            <a:ext cx="4333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D41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D41F"/>
                </a:solidFill>
                <a:latin typeface="Arial"/>
                <a:ea typeface="Arial"/>
                <a:cs typeface="Arial"/>
              </a:rPr>
              <a:t>CAFÉ &amp; PROPÓSITO</a:t>
            </a:r>
          </a:p>
        </p:txBody>
      </p:sp>
      <p:sp>
        <p:nvSpPr>
          <p:cNvPr id="7" name="theme-title">
            <a:extLst xmlns:a="http://schemas.openxmlformats.org/drawingml/2006/main">
              <a:ext uri="{FF2B5EF4-FFF2-40B4-BE49-F238E27FC236}">
                <a16:creationId xmlns:a16="http://schemas.microsoft.com/office/drawing/2014/main" id="{437333D9-F187-4BD7-9F93-D45B98723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819150"/>
            <a:ext cx="43338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4D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4DF"/>
                </a:solidFill>
                <a:latin typeface="Arial"/>
                <a:ea typeface="Arial"/>
                <a:cs typeface="Arial"/>
              </a:rPr>
              <a:t>EMPRENDER</a:t>
            </a:r>
          </a:p>
          <a:p xmlns:a="http://schemas.openxmlformats.org/drawingml/2006/main">
            <a:pPr algn="l">
              <a:defRPr sz="3225" b="1">
                <a:solidFill>
                  <a:srgbClr val="FFF4D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4DF"/>
                </a:solidFill>
                <a:latin typeface="Arial"/>
                <a:ea typeface="Arial"/>
                <a:cs typeface="Arial"/>
              </a:rPr>
              <a:t>CON FE</a:t>
            </a:r>
          </a:p>
        </p:txBody>
      </p:sp>
      <p:sp>
        <p:nvSpPr>
          <p:cNvPr id="8" name="guest-shadow">
            <a:extLst xmlns:a="http://schemas.openxmlformats.org/drawingml/2006/main">
              <a:ext uri="{FF2B5EF4-FFF2-40B4-BE49-F238E27FC236}">
                <a16:creationId xmlns:a16="http://schemas.microsoft.com/office/drawing/2014/main" id="{F88376C3-2FB5-4766-A2B1-E3B70B79B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343150"/>
            <a:ext cx="5286375" cy="20764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FF67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guest-card">
            <a:extLst xmlns:a="http://schemas.openxmlformats.org/drawingml/2006/main">
              <a:ext uri="{FF2B5EF4-FFF2-40B4-BE49-F238E27FC236}">
                <a16:creationId xmlns:a16="http://schemas.microsoft.com/office/drawing/2014/main" id="{0EB40D87-54D1-4565-ADCB-BF9F76E21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47900"/>
            <a:ext cx="5381625" cy="20764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ABCFF1"/>
          </a:solidFill>
          <a:ln xmlns:a="http://schemas.openxmlformats.org/drawingml/2006/main" w="57150">
            <a:solidFill>
              <a:srgbClr val="321064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600570262d4cd1"/>
          <a:stretch xmlns:a="http://schemas.openxmlformats.org/drawingml/2006/main"/>
        </p:blipFill>
        <p:spPr>
          <a:xfrm xmlns:a="http://schemas.openxmlformats.org/drawingml/2006/main">
            <a:off x="4686300" y="2459736"/>
            <a:ext cx="2133600" cy="1557528"/>
          </a:xfrm>
          <a:prstGeom xmlns:a="http://schemas.openxmlformats.org/drawingml/2006/main" prst="rect">
            <a:avLst/>
          </a:prstGeom>
        </p:spPr>
      </p:pic>
      <p:sp>
        <p:nvSpPr>
          <p:cNvPr id="11" name="guest-kicker">
            <a:extLst xmlns:a="http://schemas.openxmlformats.org/drawingml/2006/main">
              <a:ext uri="{FF2B5EF4-FFF2-40B4-BE49-F238E27FC236}">
                <a16:creationId xmlns:a16="http://schemas.microsoft.com/office/drawing/2014/main" id="{12F1DFD9-336A-40B1-9637-97C94927D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19350"/>
            <a:ext cx="2571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2106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21064"/>
                </a:solidFill>
                <a:latin typeface="Arial"/>
                <a:ea typeface="Arial"/>
                <a:cs typeface="Arial"/>
              </a:rPr>
              <a:t>INVITADOS</a:t>
            </a:r>
          </a:p>
        </p:txBody>
      </p:sp>
      <p:sp>
        <p:nvSpPr>
          <p:cNvPr id="12" name="guest-title">
            <a:extLst xmlns:a="http://schemas.openxmlformats.org/drawingml/2006/main">
              <a:ext uri="{FF2B5EF4-FFF2-40B4-BE49-F238E27FC236}">
                <a16:creationId xmlns:a16="http://schemas.microsoft.com/office/drawing/2014/main" id="{97B486CE-B91E-4C36-9675-F336AF8C1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705100"/>
            <a:ext cx="2571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2106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21064"/>
                </a:solidFill>
                <a:latin typeface="Arial"/>
                <a:ea typeface="Arial"/>
                <a:cs typeface="Arial"/>
              </a:rPr>
              <a:t>TESTIMONIO REAL</a:t>
            </a:r>
          </a:p>
          <a:p xmlns:a="http://schemas.openxmlformats.org/drawingml/2006/main">
            <a:pPr algn="l">
              <a:defRPr sz="1875" b="1">
                <a:solidFill>
                  <a:srgbClr val="32106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21064"/>
                </a:solidFill>
                <a:latin typeface="Arial"/>
                <a:ea typeface="Arial"/>
                <a:cs typeface="Arial"/>
              </a:rPr>
              <a:t>DE SUS CREADORES</a:t>
            </a:r>
          </a:p>
        </p:txBody>
      </p:sp>
      <p:sp>
        <p:nvSpPr>
          <p:cNvPr id="13" name="guest-copy">
            <a:extLst xmlns:a="http://schemas.openxmlformats.org/drawingml/2006/main">
              <a:ext uri="{FF2B5EF4-FFF2-40B4-BE49-F238E27FC236}">
                <a16:creationId xmlns:a16="http://schemas.microsoft.com/office/drawing/2014/main" id="{D3751C4C-5E6B-4281-AD85-3D1CB77E5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429000"/>
            <a:ext cx="2571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106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21064"/>
                </a:solidFill>
                <a:latin typeface="Arial"/>
                <a:ea typeface="Arial"/>
                <a:cs typeface="Arial"/>
              </a:rPr>
              <a:t>Una pareja que emprendió uniendo fe, diseño y trabajo.</a:t>
            </a:r>
          </a:p>
        </p:txBody>
      </p:sp>
      <p:sp>
        <p:nvSpPr>
          <p:cNvPr id="14" name="edition-badge">
            <a:extLst xmlns:a="http://schemas.openxmlformats.org/drawingml/2006/main">
              <a:ext uri="{FF2B5EF4-FFF2-40B4-BE49-F238E27FC236}">
                <a16:creationId xmlns:a16="http://schemas.microsoft.com/office/drawing/2014/main" id="{7EC3227E-F362-4DA2-8C32-7EDF17725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162300"/>
            <a:ext cx="19240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D41F"/>
          </a:solidFill>
          <a:ln xmlns:a="http://schemas.openxmlformats.org/drawingml/2006/main" w="47625">
            <a:solidFill>
              <a:srgbClr val="321064"/>
            </a:solidFill>
            <a:prstDash val="solid"/>
          </a:ln>
        </p:spPr>
      </p:sp>
      <p:sp>
        <p:nvSpPr>
          <p:cNvPr id="15" name="edition-text">
            <a:extLst xmlns:a="http://schemas.openxmlformats.org/drawingml/2006/main">
              <a:ext uri="{FF2B5EF4-FFF2-40B4-BE49-F238E27FC236}">
                <a16:creationId xmlns:a16="http://schemas.microsoft.com/office/drawing/2014/main" id="{9F9E6A6F-F1CF-4545-A800-38B9732EF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2766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2106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21064"/>
                </a:solidFill>
                <a:latin typeface="Arial"/>
                <a:ea typeface="Arial"/>
                <a:cs typeface="Arial"/>
              </a:rPr>
              <a:t>2ª EDICIÓN</a:t>
            </a:r>
          </a:p>
        </p:txBody>
      </p:sp>
      <p:sp>
        <p:nvSpPr>
          <p:cNvPr id="16" name="slogan-shadow">
            <a:extLst xmlns:a="http://schemas.openxmlformats.org/drawingml/2006/main">
              <a:ext uri="{FF2B5EF4-FFF2-40B4-BE49-F238E27FC236}">
                <a16:creationId xmlns:a16="http://schemas.microsoft.com/office/drawing/2014/main" id="{1292DAA1-242A-4A8B-94B7-A375EFC99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677150"/>
            <a:ext cx="8382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79D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slogan-card">
            <a:extLst xmlns:a="http://schemas.openxmlformats.org/drawingml/2006/main">
              <a:ext uri="{FF2B5EF4-FFF2-40B4-BE49-F238E27FC236}">
                <a16:creationId xmlns:a16="http://schemas.microsoft.com/office/drawing/2014/main" id="{C8333BED-F804-4EAE-85BD-C9A32AB64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581900"/>
            <a:ext cx="8572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4DF"/>
          </a:solidFill>
          <a:ln xmlns:a="http://schemas.openxmlformats.org/drawingml/2006/main" w="57150">
            <a:solidFill>
              <a:srgbClr val="321064"/>
            </a:solidFill>
            <a:prstDash val="solid"/>
          </a:ln>
        </p:spPr>
      </p:sp>
      <p:sp>
        <p:nvSpPr>
          <p:cNvPr id="18" name="slogan-part-1">
            <a:extLst xmlns:a="http://schemas.openxmlformats.org/drawingml/2006/main">
              <a:ext uri="{FF2B5EF4-FFF2-40B4-BE49-F238E27FC236}">
                <a16:creationId xmlns:a16="http://schemas.microsoft.com/office/drawing/2014/main" id="{7AA8A9C1-E46E-4337-9D2B-A4B0DC7DA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7762875"/>
            <a:ext cx="4000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2106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21064"/>
                </a:solidFill>
                <a:latin typeface="Arial"/>
                <a:ea typeface="Arial"/>
                <a:cs typeface="Arial"/>
              </a:rPr>
              <a:t>IDEAS QUE SE VISTEN.</a:t>
            </a:r>
          </a:p>
        </p:txBody>
      </p:sp>
      <p:sp>
        <p:nvSpPr>
          <p:cNvPr id="19" name="slogan-part-2">
            <a:extLst xmlns:a="http://schemas.openxmlformats.org/drawingml/2006/main">
              <a:ext uri="{FF2B5EF4-FFF2-40B4-BE49-F238E27FC236}">
                <a16:creationId xmlns:a16="http://schemas.microsoft.com/office/drawing/2014/main" id="{BFBC2D6F-7832-4BA0-AD28-B7E04CF5E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7762875"/>
            <a:ext cx="3619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674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674D"/>
                </a:solidFill>
                <a:latin typeface="Arial"/>
                <a:ea typeface="Arial"/>
                <a:cs typeface="Arial"/>
              </a:rPr>
              <a:t>FE QUE SE COMPARTE.</a:t>
            </a:r>
          </a:p>
        </p:txBody>
      </p:sp>
      <p:sp>
        <p:nvSpPr>
          <p:cNvPr id="20" name="program-background">
            <a:extLst xmlns:a="http://schemas.openxmlformats.org/drawingml/2006/main">
              <a:ext uri="{FF2B5EF4-FFF2-40B4-BE49-F238E27FC236}">
                <a16:creationId xmlns:a16="http://schemas.microsoft.com/office/drawing/2014/main" id="{5687872A-E8AA-449A-8AB9-843326347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34375"/>
            <a:ext cx="102870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program-top-rule">
            <a:extLst xmlns:a="http://schemas.openxmlformats.org/drawingml/2006/main">
              <a:ext uri="{FF2B5EF4-FFF2-40B4-BE49-F238E27FC236}">
                <a16:creationId xmlns:a16="http://schemas.microsoft.com/office/drawing/2014/main" id="{7B8F5974-FB26-4CB2-9F27-575D91F27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34375"/>
            <a:ext cx="10287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program-heading">
            <a:extLst xmlns:a="http://schemas.openxmlformats.org/drawingml/2006/main">
              <a:ext uri="{FF2B5EF4-FFF2-40B4-BE49-F238E27FC236}">
                <a16:creationId xmlns:a16="http://schemas.microsoft.com/office/drawing/2014/main" id="{D5D4FBB9-4F95-49C0-A7F1-6D0B23538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591550"/>
            <a:ext cx="5905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2106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21064"/>
                </a:solidFill>
                <a:latin typeface="Arial"/>
                <a:ea typeface="Arial"/>
                <a:cs typeface="Arial"/>
              </a:rPr>
              <a:t>LO QUE VAMOS A VIVIR</a:t>
            </a:r>
          </a:p>
        </p:txBody>
      </p:sp>
      <p:sp>
        <p:nvSpPr>
          <p:cNvPr id="23" name="coffee-badge">
            <a:extLst xmlns:a="http://schemas.openxmlformats.org/drawingml/2006/main">
              <a:ext uri="{FF2B5EF4-FFF2-40B4-BE49-F238E27FC236}">
                <a16:creationId xmlns:a16="http://schemas.microsoft.com/office/drawing/2014/main" id="{285ADB9F-BEEB-4644-B6EA-EF034D084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8591550"/>
            <a:ext cx="20764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67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coffee-badge-text">
            <a:extLst xmlns:a="http://schemas.openxmlformats.org/drawingml/2006/main">
              <a:ext uri="{FF2B5EF4-FFF2-40B4-BE49-F238E27FC236}">
                <a16:creationId xmlns:a16="http://schemas.microsoft.com/office/drawing/2014/main" id="{688DB374-DF82-4C3F-A108-95E56BD2E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8667750"/>
            <a:ext cx="18288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CAFÉ + GALLETAS</a:t>
            </a:r>
          </a:p>
        </p:txBody>
      </p:sp>
      <p:sp>
        <p:nvSpPr>
          <p:cNvPr id="25" name="program-01-shadow">
            <a:extLst xmlns:a="http://schemas.openxmlformats.org/drawingml/2006/main">
              <a:ext uri="{FF2B5EF4-FFF2-40B4-BE49-F238E27FC236}">
                <a16:creationId xmlns:a16="http://schemas.microsoft.com/office/drawing/2014/main" id="{338DDE39-95B6-47E3-A3FC-244C26FD4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9201150"/>
            <a:ext cx="22669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3210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program-01-card">
            <a:extLst xmlns:a="http://schemas.openxmlformats.org/drawingml/2006/main">
              <a:ext uri="{FF2B5EF4-FFF2-40B4-BE49-F238E27FC236}">
                <a16:creationId xmlns:a16="http://schemas.microsoft.com/office/drawing/2014/main" id="{D0A9A0A0-AFD7-4538-AE95-9621BEEAF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124950"/>
            <a:ext cx="22669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4DF"/>
          </a:solidFill>
          <a:ln xmlns:a="http://schemas.openxmlformats.org/drawingml/2006/main" w="38100">
            <a:solidFill>
              <a:srgbClr val="321064"/>
            </a:solidFill>
            <a:prstDash val="solid"/>
          </a:ln>
        </p:spPr>
      </p:sp>
      <p:sp>
        <p:nvSpPr>
          <p:cNvPr id="27" name="program-01-accent">
            <a:extLst xmlns:a="http://schemas.openxmlformats.org/drawingml/2006/main">
              <a:ext uri="{FF2B5EF4-FFF2-40B4-BE49-F238E27FC236}">
                <a16:creationId xmlns:a16="http://schemas.microsoft.com/office/drawing/2014/main" id="{4BD81BCE-A5F8-47C8-85AC-F2AF59ABD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124950"/>
            <a:ext cx="22669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7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program-01-number">
            <a:extLst xmlns:a="http://schemas.openxmlformats.org/drawingml/2006/main">
              <a:ext uri="{FF2B5EF4-FFF2-40B4-BE49-F238E27FC236}">
                <a16:creationId xmlns:a16="http://schemas.microsoft.com/office/drawing/2014/main" id="{1D346735-1869-42BA-BA6C-2C0BA6742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353550"/>
            <a:ext cx="1924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7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674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9" name="program-01-title">
            <a:extLst xmlns:a="http://schemas.openxmlformats.org/drawingml/2006/main">
              <a:ext uri="{FF2B5EF4-FFF2-40B4-BE49-F238E27FC236}">
                <a16:creationId xmlns:a16="http://schemas.microsoft.com/office/drawing/2014/main" id="{C63428D6-7498-4193-A27F-B7AE37AD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601200"/>
            <a:ext cx="1924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2106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21064"/>
                </a:solidFill>
                <a:latin typeface="Arial"/>
                <a:ea typeface="Arial"/>
                <a:cs typeface="Arial"/>
              </a:rPr>
              <a:t>TESTIMONIO</a:t>
            </a:r>
          </a:p>
          <a:p xmlns:a="http://schemas.openxmlformats.org/drawingml/2006/main">
            <a:pPr algn="l">
              <a:defRPr sz="1650" b="1">
                <a:solidFill>
                  <a:srgbClr val="32106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21064"/>
                </a:solidFill>
                <a:latin typeface="Arial"/>
                <a:ea typeface="Arial"/>
                <a:cs typeface="Arial"/>
              </a:rPr>
              <a:t>REAL</a:t>
            </a:r>
          </a:p>
        </p:txBody>
      </p:sp>
      <p:sp>
        <p:nvSpPr>
          <p:cNvPr id="30" name="program-01-body">
            <a:extLst xmlns:a="http://schemas.openxmlformats.org/drawingml/2006/main">
              <a:ext uri="{FF2B5EF4-FFF2-40B4-BE49-F238E27FC236}">
                <a16:creationId xmlns:a16="http://schemas.microsoft.com/office/drawing/2014/main" id="{EBB2E27B-8EAD-4F2E-9F50-41D135791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134600"/>
            <a:ext cx="19240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2106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21064"/>
                </a:solidFill>
                <a:latin typeface="Arial"/>
                <a:ea typeface="Arial"/>
                <a:cs typeface="Arial"/>
              </a:rPr>
              <a:t>Cómo nació Jesús Vive y cómo la fe guía el negocio.</a:t>
            </a:r>
          </a:p>
        </p:txBody>
      </p:sp>
      <p:sp>
        <p:nvSpPr>
          <p:cNvPr id="31" name="program-02-shadow">
            <a:extLst xmlns:a="http://schemas.openxmlformats.org/drawingml/2006/main">
              <a:ext uri="{FF2B5EF4-FFF2-40B4-BE49-F238E27FC236}">
                <a16:creationId xmlns:a16="http://schemas.microsoft.com/office/drawing/2014/main" id="{0BFD3A35-CE70-4E53-8B5B-0F64F12E6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9201150"/>
            <a:ext cx="22669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3210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program-02-card">
            <a:extLst xmlns:a="http://schemas.openxmlformats.org/drawingml/2006/main">
              <a:ext uri="{FF2B5EF4-FFF2-40B4-BE49-F238E27FC236}">
                <a16:creationId xmlns:a16="http://schemas.microsoft.com/office/drawing/2014/main" id="{52D82E99-CB9C-4577-AD24-9C2191DF1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9124950"/>
            <a:ext cx="22669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4DF"/>
          </a:solidFill>
          <a:ln xmlns:a="http://schemas.openxmlformats.org/drawingml/2006/main" w="38100">
            <a:solidFill>
              <a:srgbClr val="321064"/>
            </a:solidFill>
            <a:prstDash val="solid"/>
          </a:ln>
        </p:spPr>
      </p:sp>
      <p:sp>
        <p:nvSpPr>
          <p:cNvPr id="33" name="program-02-accent">
            <a:extLst xmlns:a="http://schemas.openxmlformats.org/drawingml/2006/main">
              <a:ext uri="{FF2B5EF4-FFF2-40B4-BE49-F238E27FC236}">
                <a16:creationId xmlns:a16="http://schemas.microsoft.com/office/drawing/2014/main" id="{4A37A3A7-3020-480F-A812-4E3CF749E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9124950"/>
            <a:ext cx="22669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55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program-02-number">
            <a:extLst xmlns:a="http://schemas.openxmlformats.org/drawingml/2006/main">
              <a:ext uri="{FF2B5EF4-FFF2-40B4-BE49-F238E27FC236}">
                <a16:creationId xmlns:a16="http://schemas.microsoft.com/office/drawing/2014/main" id="{0AEBCA46-BF6C-4DA6-AF54-7100D3D52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9353550"/>
            <a:ext cx="1924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7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674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5" name="program-02-title">
            <a:extLst xmlns:a="http://schemas.openxmlformats.org/drawingml/2006/main">
              <a:ext uri="{FF2B5EF4-FFF2-40B4-BE49-F238E27FC236}">
                <a16:creationId xmlns:a16="http://schemas.microsoft.com/office/drawing/2014/main" id="{F887D8BF-B6B9-4F87-8181-1CDB5EEFA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9601200"/>
            <a:ext cx="1924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2106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21064"/>
                </a:solidFill>
                <a:latin typeface="Arial"/>
                <a:ea typeface="Arial"/>
                <a:cs typeface="Arial"/>
              </a:rPr>
              <a:t>TALLER CON IA</a:t>
            </a:r>
          </a:p>
        </p:txBody>
      </p:sp>
      <p:sp>
        <p:nvSpPr>
          <p:cNvPr id="36" name="program-02-body">
            <a:extLst xmlns:a="http://schemas.openxmlformats.org/drawingml/2006/main">
              <a:ext uri="{FF2B5EF4-FFF2-40B4-BE49-F238E27FC236}">
                <a16:creationId xmlns:a16="http://schemas.microsoft.com/office/drawing/2014/main" id="{55CC7E20-26CB-42E2-9227-88E3E9AAA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0134600"/>
            <a:ext cx="19240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2106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21064"/>
                </a:solidFill>
                <a:latin typeface="Arial"/>
                <a:ea typeface="Arial"/>
                <a:cs typeface="Arial"/>
              </a:rPr>
              <a:t>Diseñá una remera con un mensaje bíblico actual.</a:t>
            </a:r>
          </a:p>
        </p:txBody>
      </p:sp>
      <p:sp>
        <p:nvSpPr>
          <p:cNvPr id="37" name="program-03-shadow">
            <a:extLst xmlns:a="http://schemas.openxmlformats.org/drawingml/2006/main">
              <a:ext uri="{FF2B5EF4-FFF2-40B4-BE49-F238E27FC236}">
                <a16:creationId xmlns:a16="http://schemas.microsoft.com/office/drawing/2014/main" id="{E47B4F14-0128-4B67-AED0-DC598AEC4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9201150"/>
            <a:ext cx="22669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3210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program-03-card">
            <a:extLst xmlns:a="http://schemas.openxmlformats.org/drawingml/2006/main">
              <a:ext uri="{FF2B5EF4-FFF2-40B4-BE49-F238E27FC236}">
                <a16:creationId xmlns:a16="http://schemas.microsoft.com/office/drawing/2014/main" id="{0835C715-5B40-4257-922D-CFCCEF0F9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9124950"/>
            <a:ext cx="22669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4DF"/>
          </a:solidFill>
          <a:ln xmlns:a="http://schemas.openxmlformats.org/drawingml/2006/main" w="38100">
            <a:solidFill>
              <a:srgbClr val="321064"/>
            </a:solidFill>
            <a:prstDash val="solid"/>
          </a:ln>
        </p:spPr>
      </p:sp>
      <p:sp>
        <p:nvSpPr>
          <p:cNvPr id="39" name="program-03-accent">
            <a:extLst xmlns:a="http://schemas.openxmlformats.org/drawingml/2006/main">
              <a:ext uri="{FF2B5EF4-FFF2-40B4-BE49-F238E27FC236}">
                <a16:creationId xmlns:a16="http://schemas.microsoft.com/office/drawing/2014/main" id="{B2E21F87-88E9-482F-9264-5273C9DD6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9124950"/>
            <a:ext cx="22669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9D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program-03-number">
            <a:extLst xmlns:a="http://schemas.openxmlformats.org/drawingml/2006/main">
              <a:ext uri="{FF2B5EF4-FFF2-40B4-BE49-F238E27FC236}">
                <a16:creationId xmlns:a16="http://schemas.microsoft.com/office/drawing/2014/main" id="{F7E5C43F-B917-462E-A21E-877EAAA70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9353550"/>
            <a:ext cx="1924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7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674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1" name="program-03-title">
            <a:extLst xmlns:a="http://schemas.openxmlformats.org/drawingml/2006/main">
              <a:ext uri="{FF2B5EF4-FFF2-40B4-BE49-F238E27FC236}">
                <a16:creationId xmlns:a16="http://schemas.microsoft.com/office/drawing/2014/main" id="{DD497AD4-CB1E-4FD4-BCA0-B97B429BA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9601200"/>
            <a:ext cx="1924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2106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21064"/>
                </a:solidFill>
                <a:latin typeface="Arial"/>
                <a:ea typeface="Arial"/>
                <a:cs typeface="Arial"/>
              </a:rPr>
              <a:t>PREGUNTAS SIN</a:t>
            </a:r>
          </a:p>
          <a:p xmlns:a="http://schemas.openxmlformats.org/drawingml/2006/main">
            <a:pPr algn="l">
              <a:defRPr sz="1650" b="1">
                <a:solidFill>
                  <a:srgbClr val="32106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21064"/>
                </a:solidFill>
                <a:latin typeface="Arial"/>
                <a:ea typeface="Arial"/>
                <a:cs typeface="Arial"/>
              </a:rPr>
              <a:t>FILTRO</a:t>
            </a:r>
          </a:p>
        </p:txBody>
      </p:sp>
      <p:sp>
        <p:nvSpPr>
          <p:cNvPr id="42" name="program-03-body">
            <a:extLst xmlns:a="http://schemas.openxmlformats.org/drawingml/2006/main">
              <a:ext uri="{FF2B5EF4-FFF2-40B4-BE49-F238E27FC236}">
                <a16:creationId xmlns:a16="http://schemas.microsoft.com/office/drawing/2014/main" id="{720EFB63-D4B6-46F2-8D71-728F491CB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10134600"/>
            <a:ext cx="19240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2106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21064"/>
                </a:solidFill>
                <a:latin typeface="Arial"/>
                <a:ea typeface="Arial"/>
                <a:cs typeface="Arial"/>
              </a:rPr>
              <a:t>Capital, precios, matrimonio y decisiones reales.</a:t>
            </a:r>
          </a:p>
        </p:txBody>
      </p:sp>
      <p:sp>
        <p:nvSpPr>
          <p:cNvPr id="43" name="program-04-shadow">
            <a:extLst xmlns:a="http://schemas.openxmlformats.org/drawingml/2006/main">
              <a:ext uri="{FF2B5EF4-FFF2-40B4-BE49-F238E27FC236}">
                <a16:creationId xmlns:a16="http://schemas.microsoft.com/office/drawing/2014/main" id="{D9DED96B-9745-4A00-A120-5342D3630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9201150"/>
            <a:ext cx="22669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3210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program-04-card">
            <a:extLst xmlns:a="http://schemas.openxmlformats.org/drawingml/2006/main">
              <a:ext uri="{FF2B5EF4-FFF2-40B4-BE49-F238E27FC236}">
                <a16:creationId xmlns:a16="http://schemas.microsoft.com/office/drawing/2014/main" id="{A954096F-C3F0-46D5-9536-FB9068CE4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9124950"/>
            <a:ext cx="22669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4DF"/>
          </a:solidFill>
          <a:ln xmlns:a="http://schemas.openxmlformats.org/drawingml/2006/main" w="38100">
            <a:solidFill>
              <a:srgbClr val="321064"/>
            </a:solidFill>
            <a:prstDash val="solid"/>
          </a:ln>
        </p:spPr>
      </p:sp>
      <p:sp>
        <p:nvSpPr>
          <p:cNvPr id="45" name="program-04-accent">
            <a:extLst xmlns:a="http://schemas.openxmlformats.org/drawingml/2006/main">
              <a:ext uri="{FF2B5EF4-FFF2-40B4-BE49-F238E27FC236}">
                <a16:creationId xmlns:a16="http://schemas.microsoft.com/office/drawing/2014/main" id="{C0F32CE2-9B63-483A-9FD9-AF989D57B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9124950"/>
            <a:ext cx="22669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4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program-04-number">
            <a:extLst xmlns:a="http://schemas.openxmlformats.org/drawingml/2006/main">
              <a:ext uri="{FF2B5EF4-FFF2-40B4-BE49-F238E27FC236}">
                <a16:creationId xmlns:a16="http://schemas.microsoft.com/office/drawing/2014/main" id="{66DF4443-98F6-4355-9331-1C0344EA7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9353550"/>
            <a:ext cx="1924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7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674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7" name="program-04-title">
            <a:extLst xmlns:a="http://schemas.openxmlformats.org/drawingml/2006/main">
              <a:ext uri="{FF2B5EF4-FFF2-40B4-BE49-F238E27FC236}">
                <a16:creationId xmlns:a16="http://schemas.microsoft.com/office/drawing/2014/main" id="{1F59B74B-29EE-4AF8-849A-1E7B38117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9601200"/>
            <a:ext cx="1924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2106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21064"/>
                </a:solidFill>
                <a:latin typeface="Arial"/>
                <a:ea typeface="Arial"/>
                <a:cs typeface="Arial"/>
              </a:rPr>
              <a:t>DESAFÍO 24 HS</a:t>
            </a:r>
          </a:p>
        </p:txBody>
      </p:sp>
      <p:sp>
        <p:nvSpPr>
          <p:cNvPr id="48" name="program-04-body">
            <a:extLst xmlns:a="http://schemas.openxmlformats.org/drawingml/2006/main">
              <a:ext uri="{FF2B5EF4-FFF2-40B4-BE49-F238E27FC236}">
                <a16:creationId xmlns:a16="http://schemas.microsoft.com/office/drawing/2014/main" id="{11337E7D-B8F0-4D0D-95A1-4654C8354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0134600"/>
            <a:ext cx="19240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2106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21064"/>
                </a:solidFill>
                <a:latin typeface="Arial"/>
                <a:ea typeface="Arial"/>
                <a:cs typeface="Arial"/>
              </a:rPr>
              <a:t>Consejos prácticos y oración por tus proyectos.</a:t>
            </a:r>
          </a:p>
        </p:txBody>
      </p:sp>
      <p:sp>
        <p:nvSpPr>
          <p:cNvPr id="49" name="details-row">
            <a:extLst xmlns:a="http://schemas.openxmlformats.org/drawingml/2006/main">
              <a:ext uri="{FF2B5EF4-FFF2-40B4-BE49-F238E27FC236}">
                <a16:creationId xmlns:a16="http://schemas.microsoft.com/office/drawing/2014/main" id="{5E894202-3119-4140-BF31-C44CEC09E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096625"/>
            <a:ext cx="10287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09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details-bottom-rule">
            <a:extLst xmlns:a="http://schemas.openxmlformats.org/drawingml/2006/main">
              <a:ext uri="{FF2B5EF4-FFF2-40B4-BE49-F238E27FC236}">
                <a16:creationId xmlns:a16="http://schemas.microsoft.com/office/drawing/2014/main" id="{528A9F69-3C61-40FE-9E65-1895F4EBF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991975"/>
            <a:ext cx="10287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7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details-divider-1">
            <a:extLst xmlns:a="http://schemas.openxmlformats.org/drawingml/2006/main">
              <a:ext uri="{FF2B5EF4-FFF2-40B4-BE49-F238E27FC236}">
                <a16:creationId xmlns:a16="http://schemas.microsoft.com/office/drawing/2014/main" id="{5FDEDBFF-413A-4A90-817D-9C9798A85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1239500"/>
            <a:ext cx="285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details-divider-2">
            <a:extLst xmlns:a="http://schemas.openxmlformats.org/drawingml/2006/main">
              <a:ext uri="{FF2B5EF4-FFF2-40B4-BE49-F238E27FC236}">
                <a16:creationId xmlns:a16="http://schemas.microsoft.com/office/drawing/2014/main" id="{0FF2A23F-81FD-4F23-8BF8-63E048DDF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1239500"/>
            <a:ext cx="285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date-label">
            <a:extLst xmlns:a="http://schemas.openxmlformats.org/drawingml/2006/main">
              <a:ext uri="{FF2B5EF4-FFF2-40B4-BE49-F238E27FC236}">
                <a16:creationId xmlns:a16="http://schemas.microsoft.com/office/drawing/2014/main" id="{DB5BCA4C-C8B3-44C1-884C-2780B71AD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1210925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74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674D"/>
                </a:solidFill>
                <a:latin typeface="Arial"/>
                <a:ea typeface="Arial"/>
                <a:cs typeface="Arial"/>
              </a:rPr>
              <a:t>FECHA</a:t>
            </a:r>
          </a:p>
        </p:txBody>
      </p:sp>
      <p:sp>
        <p:nvSpPr>
          <p:cNvPr id="54" name="date-value">
            <a:extLst xmlns:a="http://schemas.openxmlformats.org/drawingml/2006/main">
              <a:ext uri="{FF2B5EF4-FFF2-40B4-BE49-F238E27FC236}">
                <a16:creationId xmlns:a16="http://schemas.microsoft.com/office/drawing/2014/main" id="{2CF925E2-FE1E-4607-A224-27B6B112A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1401425"/>
            <a:ext cx="3810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4D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4DF"/>
                </a:solidFill>
                <a:latin typeface="Arial"/>
                <a:ea typeface="Arial"/>
                <a:cs typeface="Arial"/>
              </a:rPr>
              <a:t>SÁBADO 13 DE JUNIO</a:t>
            </a:r>
          </a:p>
        </p:txBody>
      </p:sp>
      <p:sp>
        <p:nvSpPr>
          <p:cNvPr id="55" name="time-label">
            <a:extLst xmlns:a="http://schemas.openxmlformats.org/drawingml/2006/main">
              <a:ext uri="{FF2B5EF4-FFF2-40B4-BE49-F238E27FC236}">
                <a16:creationId xmlns:a16="http://schemas.microsoft.com/office/drawing/2014/main" id="{461642EA-99CD-4DC4-8C71-DC10377C3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1210925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74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674D"/>
                </a:solidFill>
                <a:latin typeface="Arial"/>
                <a:ea typeface="Arial"/>
                <a:cs typeface="Arial"/>
              </a:rPr>
              <a:t>HORA</a:t>
            </a:r>
          </a:p>
        </p:txBody>
      </p:sp>
      <p:sp>
        <p:nvSpPr>
          <p:cNvPr id="56" name="time-value">
            <a:extLst xmlns:a="http://schemas.openxmlformats.org/drawingml/2006/main">
              <a:ext uri="{FF2B5EF4-FFF2-40B4-BE49-F238E27FC236}">
                <a16:creationId xmlns:a16="http://schemas.microsoft.com/office/drawing/2014/main" id="{65A29D48-EA10-491B-8A0A-79DC8BFB0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1401425"/>
            <a:ext cx="1905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D41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D41F"/>
                </a:solidFill>
                <a:latin typeface="Arial"/>
                <a:ea typeface="Arial"/>
                <a:cs typeface="Arial"/>
              </a:rPr>
              <a:t>20:30 HS</a:t>
            </a:r>
          </a:p>
        </p:txBody>
      </p:sp>
      <p:sp>
        <p:nvSpPr>
          <p:cNvPr id="57" name="address-label">
            <a:extLst xmlns:a="http://schemas.openxmlformats.org/drawingml/2006/main">
              <a:ext uri="{FF2B5EF4-FFF2-40B4-BE49-F238E27FC236}">
                <a16:creationId xmlns:a16="http://schemas.microsoft.com/office/drawing/2014/main" id="{F43620D4-7CF7-4938-AB39-CBDEFCDDD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1210925"/>
            <a:ext cx="3286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74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674D"/>
                </a:solidFill>
                <a:latin typeface="Arial"/>
                <a:ea typeface="Arial"/>
                <a:cs typeface="Arial"/>
              </a:rPr>
              <a:t>DIRECCIÓN</a:t>
            </a:r>
          </a:p>
        </p:txBody>
      </p:sp>
      <p:sp>
        <p:nvSpPr>
          <p:cNvPr id="58" name="address-value">
            <a:extLst xmlns:a="http://schemas.openxmlformats.org/drawingml/2006/main">
              <a:ext uri="{FF2B5EF4-FFF2-40B4-BE49-F238E27FC236}">
                <a16:creationId xmlns:a16="http://schemas.microsoft.com/office/drawing/2014/main" id="{595C270B-216A-4E92-AA45-9B49EE92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1401425"/>
            <a:ext cx="3286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4D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4DF"/>
                </a:solidFill>
                <a:latin typeface="Arial"/>
                <a:ea typeface="Arial"/>
                <a:cs typeface="Arial"/>
              </a:rPr>
              <a:t>REPÚBLICA DE SIRIA 255</a:t>
            </a:r>
          </a:p>
        </p:txBody>
      </p:sp>
      <p:sp>
        <p:nvSpPr>
          <p:cNvPr id="59" name="organizers-background">
            <a:extLst xmlns:a="http://schemas.openxmlformats.org/drawingml/2006/main">
              <a:ext uri="{FF2B5EF4-FFF2-40B4-BE49-F238E27FC236}">
                <a16:creationId xmlns:a16="http://schemas.microsoft.com/office/drawing/2014/main" id="{711DD498-0AA4-463A-BF9E-18571468E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049125"/>
            <a:ext cx="10287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organizers-label">
            <a:extLst xmlns:a="http://schemas.openxmlformats.org/drawingml/2006/main">
              <a:ext uri="{FF2B5EF4-FFF2-40B4-BE49-F238E27FC236}">
                <a16:creationId xmlns:a16="http://schemas.microsoft.com/office/drawing/2014/main" id="{58BEE10E-42F7-4EBC-BA2C-9A6F574DB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2249150"/>
            <a:ext cx="138112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3210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organizers-label-text">
            <a:extLst xmlns:a="http://schemas.openxmlformats.org/drawingml/2006/main">
              <a:ext uri="{FF2B5EF4-FFF2-40B4-BE49-F238E27FC236}">
                <a16:creationId xmlns:a16="http://schemas.microsoft.com/office/drawing/2014/main" id="{635DA38D-BFC4-4215-A650-8A695E800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25350"/>
            <a:ext cx="11334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ORGANIZAN</a:t>
            </a:r>
          </a:p>
        </p:txBody>
      </p:sp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fe9f792d3c4d26"/>
          <a:stretch xmlns:a="http://schemas.openxmlformats.org/drawingml/2006/main"/>
        </p:blipFill>
        <p:spPr>
          <a:xfrm xmlns:a="http://schemas.openxmlformats.org/drawingml/2006/main">
            <a:off x="2349869" y="12163425"/>
            <a:ext cx="1729638" cy="590550"/>
          </a:xfrm>
          <a:prstGeom xmlns:a="http://schemas.openxmlformats.org/drawingml/2006/main" prst="rect">
            <a:avLst/>
          </a:prstGeom>
        </p:spPr>
      </p:pic>
      <p:sp>
        <p:nvSpPr>
          <p:cNvPr id="63" name="organizers-divider">
            <a:extLst xmlns:a="http://schemas.openxmlformats.org/drawingml/2006/main">
              <a:ext uri="{FF2B5EF4-FFF2-40B4-BE49-F238E27FC236}">
                <a16:creationId xmlns:a16="http://schemas.microsoft.com/office/drawing/2014/main" id="{53898252-58CE-4D23-9122-83D52E995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2201525"/>
            <a:ext cx="38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7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cb53fb73104d2f"/>
          <a:stretch xmlns:a="http://schemas.openxmlformats.org/drawingml/2006/main"/>
        </p:blipFill>
        <p:spPr>
          <a:xfrm xmlns:a="http://schemas.openxmlformats.org/drawingml/2006/main">
            <a:off x="6122194" y="12144375"/>
            <a:ext cx="2043113" cy="619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0703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2026-06-12T20:32:54.6740000Z</dcterms:created>
  <dcterms:modified xsi:type="dcterms:W3CDTF">2026-06-12T20:32:54.6740000Z</dcterms:modified>
</coreProperties>
</file>