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4d5f1fc6f949b6" /><Relationship Type="http://schemas.openxmlformats.org/officeDocument/2006/relationships/extended-properties" Target="/docProps/app.xml" Id="Rdba3031c0d324077" /><Relationship Type="http://schemas.openxmlformats.org/officeDocument/2006/relationships/officeDocument" Target="/ppt/presentation.xml" Id="Racfed578d5b0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ebe86e5fb345df"/>
  </p:sldMasterIdLst>
  <p:notesMasterIdLst>
    <p:notesMasterId xmlns:r="http://schemas.openxmlformats.org/officeDocument/2006/relationships" r:id="R29921de37bb8442e"/>
  </p:notesMasterIdLst>
  <p:sldIdLst>
    <p:sldId xmlns:r="http://schemas.openxmlformats.org/officeDocument/2006/relationships" id="256" r:id="Ra8ef0c26282c4fc9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618ac4a4448e7" /><Relationship Type="http://schemas.openxmlformats.org/officeDocument/2006/relationships/slideMaster" Target="/ppt/slideMasters/slideMaster1.xml" Id="R92ebe86e5fb345df" /><Relationship Type="http://schemas.openxmlformats.org/officeDocument/2006/relationships/notesMaster" Target="/ppt/notesMasters/notesMaster1.xml" Id="R29921de37bb8442e" /><Relationship Type="http://schemas.openxmlformats.org/officeDocument/2006/relationships/presProps" Target="/ppt/presProps.xml" Id="R71f78445fe434f96" /><Relationship Type="http://schemas.openxmlformats.org/officeDocument/2006/relationships/viewProps" Target="/ppt/viewProps.xml" Id="Raedd203c92c6482e" /><Relationship Type="http://schemas.openxmlformats.org/officeDocument/2006/relationships/tableStyles" Target="/ppt/tableStyles.xml" Id="Ra96a0f962dd14168" /><Relationship Type="http://schemas.openxmlformats.org/officeDocument/2006/relationships/slide" Target="/ppt/slides/slide1.xml" Id="Ra8ef0c26282c4f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74c006435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f39d620124468e" /><Relationship Type="http://schemas.openxmlformats.org/officeDocument/2006/relationships/notesMaster" Target="/ppt/notesMasters/notesMaster1.xml" Id="Rbcdc8bc8c651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e0d2536e84f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af23a6839b43ef" /><Relationship Type="http://schemas.openxmlformats.org/officeDocument/2006/relationships/slideLayout" Target="/ppt/slideLayouts/slideLayout1.xml" Id="R12b5b3ce95ac46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5b3ce95ac46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ab84d46dc4f69" /><Relationship Type="http://schemas.openxmlformats.org/officeDocument/2006/relationships/image" Target="/ppt/media/image.png" Id="R37ba4624e41c4807" /><Relationship Type="http://schemas.openxmlformats.org/officeDocument/2006/relationships/image" Target="/ppt/media/image2.png" Id="R8780a3eec6954ec1" /><Relationship Type="http://schemas.openxmlformats.org/officeDocument/2006/relationships/image" Target="/ppt/media/image3.png" Id="Re0a44ba61e374f43" /><Relationship Type="http://schemas.openxmlformats.org/officeDocument/2006/relationships/image" Target="/ppt/media/image4.png" Id="R46cd20197d184571" /><Relationship Type="http://schemas.openxmlformats.org/officeDocument/2006/relationships/image" Target="/ppt/media/image5.png" Id="R8e15166daf46462d" /><Relationship Type="http://schemas.openxmlformats.org/officeDocument/2006/relationships/notesSlide" Target="/ppt/notesSlides/notesSlide1.xml" Id="Rc55e92f5e25947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8640E30-BABA-412B-9D86-3D4B263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4624e41c4807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5430500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0a3eec6954ec1"/>
          <a:stretch xmlns:a="http://schemas.openxmlformats.org/drawingml/2006/main"/>
        </p:blipFill>
        <p:spPr>
          <a:xfrm xmlns:a="http://schemas.openxmlformats.org/drawingml/2006/main">
            <a:off x="238125" y="1690"/>
            <a:ext cx="4000500" cy="4654345"/>
          </a:xfrm>
          <a:prstGeom xmlns:a="http://schemas.openxmlformats.org/drawingml/2006/main" prst="rect">
            <a:avLst/>
          </a:prstGeom>
        </p:spPr>
      </p:pic>
      <p:sp>
        <p:nvSpPr>
          <p:cNvPr id="4" name="theme-shadow">
            <a:extLst xmlns:a="http://schemas.openxmlformats.org/drawingml/2006/main">
              <a:ext uri="{FF2B5EF4-FFF2-40B4-BE49-F238E27FC236}">
                <a16:creationId xmlns:a16="http://schemas.microsoft.com/office/drawing/2014/main" id="{F4A4C6DF-FF59-469F-BBAC-51EF5983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6725"/>
            <a:ext cx="500062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heme-card">
            <a:extLst xmlns:a="http://schemas.openxmlformats.org/drawingml/2006/main">
              <a:ext uri="{FF2B5EF4-FFF2-40B4-BE49-F238E27FC236}">
                <a16:creationId xmlns:a16="http://schemas.microsoft.com/office/drawing/2014/main" id="{0C3EEAB7-D78B-460C-9D79-36E08A7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"/>
            <a:ext cx="5095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heme-kicker">
            <a:extLst xmlns:a="http://schemas.openxmlformats.org/drawingml/2006/main">
              <a:ext uri="{FF2B5EF4-FFF2-40B4-BE49-F238E27FC236}">
                <a16:creationId xmlns:a16="http://schemas.microsoft.com/office/drawing/2014/main" id="{CF204933-4299-49C7-8FB0-8DE448FB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7700"/>
            <a:ext cx="4429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D4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D41F"/>
                </a:solidFill>
                <a:latin typeface="Arial"/>
                <a:ea typeface="Arial"/>
                <a:cs typeface="Arial"/>
              </a:rPr>
              <a:t>CAFÉ &amp; PROPÓSITO</a:t>
            </a:r>
          </a:p>
        </p:txBody>
      </p:sp>
      <p:sp>
        <p:nvSpPr>
          <p:cNvPr id="7" name="theme-title">
            <a:extLst xmlns:a="http://schemas.openxmlformats.org/drawingml/2006/main">
              <a:ext uri="{FF2B5EF4-FFF2-40B4-BE49-F238E27FC236}">
                <a16:creationId xmlns:a16="http://schemas.microsoft.com/office/drawing/2014/main" id="{4883ECFD-F266-44F5-B25A-0EE4DD1E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00125"/>
            <a:ext cx="4429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EMPRENDER</a:t>
            </a:r>
          </a:p>
          <a:p xmlns:a="http://schemas.openxmlformats.org/drawingml/2006/main">
            <a:pPr algn="l">
              <a:defRPr sz="3300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CON FE</a:t>
            </a:r>
          </a:p>
        </p:txBody>
      </p:sp>
      <p:sp>
        <p:nvSpPr>
          <p:cNvPr id="8" name="guest-shadow">
            <a:extLst xmlns:a="http://schemas.openxmlformats.org/drawingml/2006/main">
              <a:ext uri="{FF2B5EF4-FFF2-40B4-BE49-F238E27FC236}">
                <a16:creationId xmlns:a16="http://schemas.microsoft.com/office/drawing/2014/main" id="{217C7C6C-4236-4D09-9F5C-2E5970AB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43175"/>
            <a:ext cx="5429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guest-card">
            <a:extLst xmlns:a="http://schemas.openxmlformats.org/drawingml/2006/main">
              <a:ext uri="{FF2B5EF4-FFF2-40B4-BE49-F238E27FC236}">
                <a16:creationId xmlns:a16="http://schemas.microsoft.com/office/drawing/2014/main" id="{C5C9D3D3-C7E7-4018-AB28-A184A953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47925"/>
            <a:ext cx="5524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ABCFF1"/>
          </a:solidFill>
          <a:ln xmlns:a="http://schemas.openxmlformats.org/drawingml/2006/main" w="57150">
            <a:solidFill>
              <a:srgbClr val="32106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44ba61e374f43"/>
          <a:stretch xmlns:a="http://schemas.openxmlformats.org/drawingml/2006/main"/>
        </p:blipFill>
        <p:spPr>
          <a:xfrm xmlns:a="http://schemas.openxmlformats.org/drawingml/2006/main">
            <a:off x="4591050" y="2707243"/>
            <a:ext cx="2238375" cy="1634014"/>
          </a:xfrm>
          <a:prstGeom xmlns:a="http://schemas.openxmlformats.org/drawingml/2006/main" prst="rect">
            <a:avLst/>
          </a:prstGeom>
        </p:spPr>
      </p:pic>
      <p:sp>
        <p:nvSpPr>
          <p:cNvPr id="11" name="guest-kicker">
            <a:extLst xmlns:a="http://schemas.openxmlformats.org/drawingml/2006/main">
              <a:ext uri="{FF2B5EF4-FFF2-40B4-BE49-F238E27FC236}">
                <a16:creationId xmlns:a16="http://schemas.microsoft.com/office/drawing/2014/main" id="{E36A4026-7842-449B-B829-735BD7B0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INVITADOS</a:t>
            </a:r>
          </a:p>
        </p:txBody>
      </p:sp>
      <p:sp>
        <p:nvSpPr>
          <p:cNvPr id="12" name="guest-title">
            <a:extLst xmlns:a="http://schemas.openxmlformats.org/drawingml/2006/main">
              <a:ext uri="{FF2B5EF4-FFF2-40B4-BE49-F238E27FC236}">
                <a16:creationId xmlns:a16="http://schemas.microsoft.com/office/drawing/2014/main" id="{F7ED25E2-0AB7-48C1-871C-D0063F12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TESTIMONIO REAL</a:t>
            </a:r>
          </a:p>
          <a:p xmlns:a="http://schemas.openxmlformats.org/drawingml/2006/main">
            <a:pPr algn="l">
              <a:defRPr sz="16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DE SUS CREADORES</a:t>
            </a:r>
          </a:p>
        </p:txBody>
      </p:sp>
      <p:sp>
        <p:nvSpPr>
          <p:cNvPr id="13" name="guest-copy">
            <a:extLst xmlns:a="http://schemas.openxmlformats.org/drawingml/2006/main">
              <a:ext uri="{FF2B5EF4-FFF2-40B4-BE49-F238E27FC236}">
                <a16:creationId xmlns:a16="http://schemas.microsoft.com/office/drawing/2014/main" id="{1A52CB87-B68D-4F52-8671-06A2DBE7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05225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Una pareja que emprendió uniendo fe, diseño y trabajo.</a:t>
            </a:r>
          </a:p>
        </p:txBody>
      </p:sp>
      <p:sp>
        <p:nvSpPr>
          <p:cNvPr id="14" name="edition-badge">
            <a:extLst xmlns:a="http://schemas.openxmlformats.org/drawingml/2006/main">
              <a:ext uri="{FF2B5EF4-FFF2-40B4-BE49-F238E27FC236}">
                <a16:creationId xmlns:a16="http://schemas.microsoft.com/office/drawing/2014/main" id="{918FB259-19CE-4E7B-9C95-CDF411A8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47625">
            <a:solidFill>
              <a:srgbClr val="321064"/>
            </a:solidFill>
            <a:prstDash val="solid"/>
          </a:ln>
        </p:spPr>
      </p:sp>
      <p:sp>
        <p:nvSpPr>
          <p:cNvPr id="15" name="edition-text">
            <a:extLst xmlns:a="http://schemas.openxmlformats.org/drawingml/2006/main">
              <a:ext uri="{FF2B5EF4-FFF2-40B4-BE49-F238E27FC236}">
                <a16:creationId xmlns:a16="http://schemas.microsoft.com/office/drawing/2014/main" id="{56CEB644-F187-4B4B-B4C2-2D91C6D1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14775"/>
            <a:ext cx="182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2ª EDICIÓN</a:t>
            </a:r>
          </a:p>
        </p:txBody>
      </p:sp>
      <p:sp>
        <p:nvSpPr>
          <p:cNvPr id="16" name="slogan-shadow">
            <a:extLst xmlns:a="http://schemas.openxmlformats.org/drawingml/2006/main">
              <a:ext uri="{FF2B5EF4-FFF2-40B4-BE49-F238E27FC236}">
                <a16:creationId xmlns:a16="http://schemas.microsoft.com/office/drawing/2014/main" id="{3EC81C2B-F6BD-4F3C-8B92-EAA5EEFC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639550"/>
            <a:ext cx="8382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79D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logan-card">
            <a:extLst xmlns:a="http://schemas.openxmlformats.org/drawingml/2006/main">
              <a:ext uri="{FF2B5EF4-FFF2-40B4-BE49-F238E27FC236}">
                <a16:creationId xmlns:a16="http://schemas.microsoft.com/office/drawing/2014/main" id="{47CE51C9-9B83-4310-A9F2-8FB8118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544300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57150">
            <a:solidFill>
              <a:srgbClr val="321064"/>
            </a:solidFill>
            <a:prstDash val="solid"/>
          </a:ln>
        </p:spPr>
      </p:sp>
      <p:sp>
        <p:nvSpPr>
          <p:cNvPr id="18" name="slogan-part-1">
            <a:extLst xmlns:a="http://schemas.openxmlformats.org/drawingml/2006/main">
              <a:ext uri="{FF2B5EF4-FFF2-40B4-BE49-F238E27FC236}">
                <a16:creationId xmlns:a16="http://schemas.microsoft.com/office/drawing/2014/main" id="{2B143653-61FD-4C45-BF4F-D98F9A5E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72527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IDEAS QUE SE VISTEN.</a:t>
            </a:r>
          </a:p>
        </p:txBody>
      </p:sp>
      <p:sp>
        <p:nvSpPr>
          <p:cNvPr id="19" name="slogan-part-2">
            <a:extLst xmlns:a="http://schemas.openxmlformats.org/drawingml/2006/main">
              <a:ext uri="{FF2B5EF4-FFF2-40B4-BE49-F238E27FC236}">
                <a16:creationId xmlns:a16="http://schemas.microsoft.com/office/drawing/2014/main" id="{32EECEDC-24CF-4F57-AF06-9C97471B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06817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FE QUE SE COMPARTE.</a:t>
            </a:r>
          </a:p>
        </p:txBody>
      </p:sp>
      <p:sp>
        <p:nvSpPr>
          <p:cNvPr id="20" name="program-background">
            <a:extLst xmlns:a="http://schemas.openxmlformats.org/drawingml/2006/main">
              <a:ext uri="{FF2B5EF4-FFF2-40B4-BE49-F238E27FC236}">
                <a16:creationId xmlns:a16="http://schemas.microsoft.com/office/drawing/2014/main" id="{916F76D9-E688-45EA-A784-95C17F73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668250"/>
            <a:ext cx="10287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rogram-top-rule">
            <a:extLst xmlns:a="http://schemas.openxmlformats.org/drawingml/2006/main">
              <a:ext uri="{FF2B5EF4-FFF2-40B4-BE49-F238E27FC236}">
                <a16:creationId xmlns:a16="http://schemas.microsoft.com/office/drawing/2014/main" id="{2D6F817F-514B-4C6F-862C-6B63326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668250"/>
            <a:ext cx="1028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rogram-heading">
            <a:extLst xmlns:a="http://schemas.openxmlformats.org/drawingml/2006/main">
              <a:ext uri="{FF2B5EF4-FFF2-40B4-BE49-F238E27FC236}">
                <a16:creationId xmlns:a16="http://schemas.microsoft.com/office/drawing/2014/main" id="{E6392159-8A4D-4D40-84B4-5C308C8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968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LO QUE VAMOS A VIVIR</a:t>
            </a:r>
          </a:p>
        </p:txBody>
      </p:sp>
      <p:sp>
        <p:nvSpPr>
          <p:cNvPr id="23" name="coffee-badge">
            <a:extLst xmlns:a="http://schemas.openxmlformats.org/drawingml/2006/main">
              <a:ext uri="{FF2B5EF4-FFF2-40B4-BE49-F238E27FC236}">
                <a16:creationId xmlns:a16="http://schemas.microsoft.com/office/drawing/2014/main" id="{FC191B84-FBE6-488C-84FB-5088B0A0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877800"/>
            <a:ext cx="2076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offee-badge-text">
            <a:extLst xmlns:a="http://schemas.openxmlformats.org/drawingml/2006/main">
              <a:ext uri="{FF2B5EF4-FFF2-40B4-BE49-F238E27FC236}">
                <a16:creationId xmlns:a16="http://schemas.microsoft.com/office/drawing/2014/main" id="{F1794532-759B-43BC-A859-F3B50CCC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963525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CAFÉ + GALLETAS</a:t>
            </a:r>
          </a:p>
        </p:txBody>
      </p:sp>
      <p:sp>
        <p:nvSpPr>
          <p:cNvPr id="25" name="program-01-shadow">
            <a:extLst xmlns:a="http://schemas.openxmlformats.org/drawingml/2006/main">
              <a:ext uri="{FF2B5EF4-FFF2-40B4-BE49-F238E27FC236}">
                <a16:creationId xmlns:a16="http://schemas.microsoft.com/office/drawing/2014/main" id="{C97E65C6-BD58-4520-A8D7-5FFEDDBD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3477875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rogram-01-card">
            <a:extLst xmlns:a="http://schemas.openxmlformats.org/drawingml/2006/main">
              <a:ext uri="{FF2B5EF4-FFF2-40B4-BE49-F238E27FC236}">
                <a16:creationId xmlns:a16="http://schemas.microsoft.com/office/drawing/2014/main" id="{CE0767EC-85CD-4B92-8D6E-3569435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11200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27" name="program-01-accent">
            <a:extLst xmlns:a="http://schemas.openxmlformats.org/drawingml/2006/main">
              <a:ext uri="{FF2B5EF4-FFF2-40B4-BE49-F238E27FC236}">
                <a16:creationId xmlns:a16="http://schemas.microsoft.com/office/drawing/2014/main" id="{30604187-DBE1-4FD6-A266-9BB2DAD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411200"/>
            <a:ext cx="1333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program-01-number">
            <a:extLst xmlns:a="http://schemas.openxmlformats.org/drawingml/2006/main">
              <a:ext uri="{FF2B5EF4-FFF2-40B4-BE49-F238E27FC236}">
                <a16:creationId xmlns:a16="http://schemas.microsoft.com/office/drawing/2014/main" id="{646F8F24-B03E-46DE-B279-C49A8D0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01700"/>
            <a:ext cx="400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9" name="program-01-title">
            <a:extLst xmlns:a="http://schemas.openxmlformats.org/drawingml/2006/main">
              <a:ext uri="{FF2B5EF4-FFF2-40B4-BE49-F238E27FC236}">
                <a16:creationId xmlns:a16="http://schemas.microsoft.com/office/drawing/2014/main" id="{F6926C4C-60C6-4352-AB89-38155F2E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636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TESTIMONIO REAL</a:t>
            </a:r>
          </a:p>
        </p:txBody>
      </p:sp>
      <p:sp>
        <p:nvSpPr>
          <p:cNvPr id="30" name="program-01-body">
            <a:extLst xmlns:a="http://schemas.openxmlformats.org/drawingml/2006/main">
              <a:ext uri="{FF2B5EF4-FFF2-40B4-BE49-F238E27FC236}">
                <a16:creationId xmlns:a16="http://schemas.microsoft.com/office/drawing/2014/main" id="{ADED212D-F36D-4D73-9A6A-449BC2A5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2555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Cómo nació Jesús Vive y cómo la fe guía el negocio.</a:t>
            </a:r>
          </a:p>
        </p:txBody>
      </p:sp>
      <p:sp>
        <p:nvSpPr>
          <p:cNvPr id="31" name="program-02-shadow">
            <a:extLst xmlns:a="http://schemas.openxmlformats.org/drawingml/2006/main">
              <a:ext uri="{FF2B5EF4-FFF2-40B4-BE49-F238E27FC236}">
                <a16:creationId xmlns:a16="http://schemas.microsoft.com/office/drawing/2014/main" id="{C947B704-0E9D-4DB4-A90B-3BC71F63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3477875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rogram-02-card">
            <a:extLst xmlns:a="http://schemas.openxmlformats.org/drawingml/2006/main">
              <a:ext uri="{FF2B5EF4-FFF2-40B4-BE49-F238E27FC236}">
                <a16:creationId xmlns:a16="http://schemas.microsoft.com/office/drawing/2014/main" id="{F1B374D9-F0E1-40D4-A9D6-C64BA90D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411200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33" name="program-02-accent">
            <a:extLst xmlns:a="http://schemas.openxmlformats.org/drawingml/2006/main">
              <a:ext uri="{FF2B5EF4-FFF2-40B4-BE49-F238E27FC236}">
                <a16:creationId xmlns:a16="http://schemas.microsoft.com/office/drawing/2014/main" id="{0C406FBB-2B35-4AB1-A657-EAB4821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411200"/>
            <a:ext cx="1333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5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program-02-number">
            <a:extLst xmlns:a="http://schemas.openxmlformats.org/drawingml/2006/main">
              <a:ext uri="{FF2B5EF4-FFF2-40B4-BE49-F238E27FC236}">
                <a16:creationId xmlns:a16="http://schemas.microsoft.com/office/drawing/2014/main" id="{67056288-92A1-4AA6-8AA6-7F489C66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601700"/>
            <a:ext cx="400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5" name="program-02-title">
            <a:extLst xmlns:a="http://schemas.openxmlformats.org/drawingml/2006/main">
              <a:ext uri="{FF2B5EF4-FFF2-40B4-BE49-F238E27FC236}">
                <a16:creationId xmlns:a16="http://schemas.microsoft.com/office/drawing/2014/main" id="{2CB7761C-6D36-4F31-B303-BFF59840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5636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TALLER CON IA</a:t>
            </a:r>
          </a:p>
        </p:txBody>
      </p:sp>
      <p:sp>
        <p:nvSpPr>
          <p:cNvPr id="36" name="program-02-body">
            <a:extLst xmlns:a="http://schemas.openxmlformats.org/drawingml/2006/main">
              <a:ext uri="{FF2B5EF4-FFF2-40B4-BE49-F238E27FC236}">
                <a16:creationId xmlns:a16="http://schemas.microsoft.com/office/drawing/2014/main" id="{E9A37A1E-5757-4AD8-AED3-2B84085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2555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Diseñá una remera con un mensaje bíblico actual.</a:t>
            </a:r>
          </a:p>
        </p:txBody>
      </p:sp>
      <p:sp>
        <p:nvSpPr>
          <p:cNvPr id="37" name="program-03-shadow">
            <a:extLst xmlns:a="http://schemas.openxmlformats.org/drawingml/2006/main">
              <a:ext uri="{FF2B5EF4-FFF2-40B4-BE49-F238E27FC236}">
                <a16:creationId xmlns:a16="http://schemas.microsoft.com/office/drawing/2014/main" id="{739ABCF1-6806-4733-9FE2-68AFC18B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639925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program-03-card">
            <a:extLst xmlns:a="http://schemas.openxmlformats.org/drawingml/2006/main">
              <a:ext uri="{FF2B5EF4-FFF2-40B4-BE49-F238E27FC236}">
                <a16:creationId xmlns:a16="http://schemas.microsoft.com/office/drawing/2014/main" id="{2630164E-21E0-4B67-8647-B09EC16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0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39" name="program-03-accent">
            <a:extLst xmlns:a="http://schemas.openxmlformats.org/drawingml/2006/main">
              <a:ext uri="{FF2B5EF4-FFF2-40B4-BE49-F238E27FC236}">
                <a16:creationId xmlns:a16="http://schemas.microsoft.com/office/drawing/2014/main" id="{DE91F963-A059-47D1-8B86-2A723E1E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573250"/>
            <a:ext cx="1333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D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program-03-number">
            <a:extLst xmlns:a="http://schemas.openxmlformats.org/drawingml/2006/main">
              <a:ext uri="{FF2B5EF4-FFF2-40B4-BE49-F238E27FC236}">
                <a16:creationId xmlns:a16="http://schemas.microsoft.com/office/drawing/2014/main" id="{EF88C54A-6B77-4027-9401-5FEEB2E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0"/>
            <a:ext cx="400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1" name="program-03-title">
            <a:extLst xmlns:a="http://schemas.openxmlformats.org/drawingml/2006/main">
              <a:ext uri="{FF2B5EF4-FFF2-40B4-BE49-F238E27FC236}">
                <a16:creationId xmlns:a16="http://schemas.microsoft.com/office/drawing/2014/main" id="{D431E468-CCEC-4DC6-98FB-B137307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256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PREGUNTAS SIN FILTRO</a:t>
            </a:r>
          </a:p>
        </p:txBody>
      </p:sp>
      <p:sp>
        <p:nvSpPr>
          <p:cNvPr id="42" name="program-03-body">
            <a:extLst xmlns:a="http://schemas.openxmlformats.org/drawingml/2006/main">
              <a:ext uri="{FF2B5EF4-FFF2-40B4-BE49-F238E27FC236}">
                <a16:creationId xmlns:a16="http://schemas.microsoft.com/office/drawing/2014/main" id="{0FB0932B-2E8E-473F-B19D-D73FAFB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8760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Capital, precios, matrimonio y decisiones reales.</a:t>
            </a:r>
          </a:p>
        </p:txBody>
      </p:sp>
      <p:sp>
        <p:nvSpPr>
          <p:cNvPr id="43" name="program-04-shadow">
            <a:extLst xmlns:a="http://schemas.openxmlformats.org/drawingml/2006/main">
              <a:ext uri="{FF2B5EF4-FFF2-40B4-BE49-F238E27FC236}">
                <a16:creationId xmlns:a16="http://schemas.microsoft.com/office/drawing/2014/main" id="{B0FE18D6-9D50-45F6-9E62-72A91FA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4639925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program-04-card">
            <a:extLst xmlns:a="http://schemas.openxmlformats.org/drawingml/2006/main">
              <a:ext uri="{FF2B5EF4-FFF2-40B4-BE49-F238E27FC236}">
                <a16:creationId xmlns:a16="http://schemas.microsoft.com/office/drawing/2014/main" id="{A70273A5-7E3F-48A6-9574-AAE16A2F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573250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38100">
            <a:solidFill>
              <a:srgbClr val="321064"/>
            </a:solidFill>
            <a:prstDash val="solid"/>
          </a:ln>
        </p:spPr>
      </p:sp>
      <p:sp>
        <p:nvSpPr>
          <p:cNvPr id="45" name="program-04-accent">
            <a:extLst xmlns:a="http://schemas.openxmlformats.org/drawingml/2006/main">
              <a:ext uri="{FF2B5EF4-FFF2-40B4-BE49-F238E27FC236}">
                <a16:creationId xmlns:a16="http://schemas.microsoft.com/office/drawing/2014/main" id="{09979526-3415-4823-9F58-4891B3AB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573250"/>
            <a:ext cx="13335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program-04-number">
            <a:extLst xmlns:a="http://schemas.openxmlformats.org/drawingml/2006/main">
              <a:ext uri="{FF2B5EF4-FFF2-40B4-BE49-F238E27FC236}">
                <a16:creationId xmlns:a16="http://schemas.microsoft.com/office/drawing/2014/main" id="{60A85478-DFAC-409A-89EF-2D36267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0"/>
            <a:ext cx="400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program-04-title">
            <a:extLst xmlns:a="http://schemas.openxmlformats.org/drawingml/2006/main">
              <a:ext uri="{FF2B5EF4-FFF2-40B4-BE49-F238E27FC236}">
                <a16:creationId xmlns:a16="http://schemas.microsoft.com/office/drawing/2014/main" id="{CD237652-3A58-4B94-838F-A2C1120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2565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1064"/>
                </a:solidFill>
                <a:latin typeface="Arial"/>
                <a:ea typeface="Arial"/>
                <a:cs typeface="Arial"/>
              </a:rPr>
              <a:t>DESAFÍO 24 HS</a:t>
            </a:r>
          </a:p>
        </p:txBody>
      </p:sp>
      <p:sp>
        <p:nvSpPr>
          <p:cNvPr id="48" name="program-04-body">
            <a:extLst xmlns:a="http://schemas.openxmlformats.org/drawingml/2006/main">
              <a:ext uri="{FF2B5EF4-FFF2-40B4-BE49-F238E27FC236}">
                <a16:creationId xmlns:a16="http://schemas.microsoft.com/office/drawing/2014/main" id="{7CD6B6AD-9D39-463E-B4D9-5E99529E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087600"/>
            <a:ext cx="400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210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21064"/>
                </a:solidFill>
                <a:latin typeface="Arial"/>
                <a:ea typeface="Arial"/>
                <a:cs typeface="Arial"/>
              </a:rPr>
              <a:t>Consejos prácticos y oración por tus proyectos.</a:t>
            </a:r>
          </a:p>
        </p:txBody>
      </p:sp>
      <p:sp>
        <p:nvSpPr>
          <p:cNvPr id="49" name="details-row">
            <a:extLst xmlns:a="http://schemas.openxmlformats.org/drawingml/2006/main">
              <a:ext uri="{FF2B5EF4-FFF2-40B4-BE49-F238E27FC236}">
                <a16:creationId xmlns:a16="http://schemas.microsoft.com/office/drawing/2014/main" id="{4FD34954-E892-419E-AB4C-459A7778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811500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details-bottom-rule">
            <a:extLst xmlns:a="http://schemas.openxmlformats.org/drawingml/2006/main">
              <a:ext uri="{FF2B5EF4-FFF2-40B4-BE49-F238E27FC236}">
                <a16:creationId xmlns:a16="http://schemas.microsoft.com/office/drawing/2014/main" id="{725A2CA8-894B-4BF6-BB4F-E7DEE4EE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849725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details-divider-1">
            <a:extLst xmlns:a="http://schemas.openxmlformats.org/drawingml/2006/main">
              <a:ext uri="{FF2B5EF4-FFF2-40B4-BE49-F238E27FC236}">
                <a16:creationId xmlns:a16="http://schemas.microsoft.com/office/drawing/2014/main" id="{B2C42C29-AC49-4211-8702-77FEF72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992475"/>
            <a:ext cx="285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details-divider-2">
            <a:extLst xmlns:a="http://schemas.openxmlformats.org/drawingml/2006/main">
              <a:ext uri="{FF2B5EF4-FFF2-40B4-BE49-F238E27FC236}">
                <a16:creationId xmlns:a16="http://schemas.microsoft.com/office/drawing/2014/main" id="{AEC217FB-6A8A-4C1B-A319-015668A7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92475"/>
            <a:ext cx="285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date-label">
            <a:extLst xmlns:a="http://schemas.openxmlformats.org/drawingml/2006/main">
              <a:ext uri="{FF2B5EF4-FFF2-40B4-BE49-F238E27FC236}">
                <a16:creationId xmlns:a16="http://schemas.microsoft.com/office/drawing/2014/main" id="{EA79E837-F288-4807-B0E9-6178C553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59639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54" name="date-value">
            <a:extLst xmlns:a="http://schemas.openxmlformats.org/drawingml/2006/main">
              <a:ext uri="{FF2B5EF4-FFF2-40B4-BE49-F238E27FC236}">
                <a16:creationId xmlns:a16="http://schemas.microsoft.com/office/drawing/2014/main" id="{77E7F7E1-5172-43FE-9DD1-8A552FB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00"/>
            <a:ext cx="381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SÁBADO 13 DE JUNIO</a:t>
            </a:r>
          </a:p>
        </p:txBody>
      </p:sp>
      <p:sp>
        <p:nvSpPr>
          <p:cNvPr id="55" name="time-label">
            <a:extLst xmlns:a="http://schemas.openxmlformats.org/drawingml/2006/main">
              <a:ext uri="{FF2B5EF4-FFF2-40B4-BE49-F238E27FC236}">
                <a16:creationId xmlns:a16="http://schemas.microsoft.com/office/drawing/2014/main" id="{877DC5C2-BBFA-4A62-8F65-AD53C8DD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9639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HORA</a:t>
            </a:r>
          </a:p>
        </p:txBody>
      </p:sp>
      <p:sp>
        <p:nvSpPr>
          <p:cNvPr id="56" name="time-value">
            <a:extLst xmlns:a="http://schemas.openxmlformats.org/drawingml/2006/main">
              <a:ext uri="{FF2B5EF4-FFF2-40B4-BE49-F238E27FC236}">
                <a16:creationId xmlns:a16="http://schemas.microsoft.com/office/drawing/2014/main" id="{D901CB8C-BD83-4EBF-93C3-6A10681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D41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D41F"/>
                </a:solidFill>
                <a:latin typeface="Arial"/>
                <a:ea typeface="Arial"/>
                <a:cs typeface="Arial"/>
              </a:rPr>
              <a:t>20:30 HS</a:t>
            </a:r>
          </a:p>
        </p:txBody>
      </p:sp>
      <p:sp>
        <p:nvSpPr>
          <p:cNvPr id="57" name="address-label">
            <a:extLst xmlns:a="http://schemas.openxmlformats.org/drawingml/2006/main">
              <a:ext uri="{FF2B5EF4-FFF2-40B4-BE49-F238E27FC236}">
                <a16:creationId xmlns:a16="http://schemas.microsoft.com/office/drawing/2014/main" id="{6337917A-3382-4B45-86BD-9052C51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963900"/>
            <a:ext cx="3286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7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674D"/>
                </a:solidFill>
                <a:latin typeface="Arial"/>
                <a:ea typeface="Arial"/>
                <a:cs typeface="Arial"/>
              </a:rPr>
              <a:t>DIRECCIÓN</a:t>
            </a:r>
          </a:p>
        </p:txBody>
      </p:sp>
      <p:sp>
        <p:nvSpPr>
          <p:cNvPr id="58" name="address-value">
            <a:extLst xmlns:a="http://schemas.openxmlformats.org/drawingml/2006/main">
              <a:ext uri="{FF2B5EF4-FFF2-40B4-BE49-F238E27FC236}">
                <a16:creationId xmlns:a16="http://schemas.microsoft.com/office/drawing/2014/main" id="{2128DEDF-5331-4B8F-BF95-CA84B0A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0"/>
            <a:ext cx="3286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4D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4DF"/>
                </a:solidFill>
                <a:latin typeface="Arial"/>
                <a:ea typeface="Arial"/>
                <a:cs typeface="Arial"/>
              </a:rPr>
              <a:t>REPÚBLICA DE SIRIA 255</a:t>
            </a:r>
          </a:p>
        </p:txBody>
      </p:sp>
      <p:sp>
        <p:nvSpPr>
          <p:cNvPr id="59" name="organizers-background">
            <a:extLst xmlns:a="http://schemas.openxmlformats.org/drawingml/2006/main">
              <a:ext uri="{FF2B5EF4-FFF2-40B4-BE49-F238E27FC236}">
                <a16:creationId xmlns:a16="http://schemas.microsoft.com/office/drawing/2014/main" id="{9D69B524-6BF0-4BF8-A98D-9C9C46C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906875"/>
            <a:ext cx="10287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organizers-label">
            <a:extLst xmlns:a="http://schemas.openxmlformats.org/drawingml/2006/main">
              <a:ext uri="{FF2B5EF4-FFF2-40B4-BE49-F238E27FC236}">
                <a16:creationId xmlns:a16="http://schemas.microsoft.com/office/drawing/2014/main" id="{3E8F8B76-CFB1-49A7-B09C-A68DF84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92600"/>
            <a:ext cx="1905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21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organizers-label-text">
            <a:extLst xmlns:a="http://schemas.openxmlformats.org/drawingml/2006/main">
              <a:ext uri="{FF2B5EF4-FFF2-40B4-BE49-F238E27FC236}">
                <a16:creationId xmlns:a16="http://schemas.microsoft.com/office/drawing/2014/main" id="{00FEE162-EB4E-4A2A-8B7C-4253BE87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0497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ORGANIZAN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d20197d184571"/>
          <a:stretch xmlns:a="http://schemas.openxmlformats.org/drawingml/2006/main"/>
        </p:blipFill>
        <p:spPr>
          <a:xfrm xmlns:a="http://schemas.openxmlformats.org/drawingml/2006/main">
            <a:off x="1976342" y="17478375"/>
            <a:ext cx="1952817" cy="666750"/>
          </a:xfrm>
          <a:prstGeom xmlns:a="http://schemas.openxmlformats.org/drawingml/2006/main" prst="rect">
            <a:avLst/>
          </a:prstGeom>
        </p:spPr>
      </p:pic>
      <p:sp>
        <p:nvSpPr>
          <p:cNvPr id="63" name="organizers-divider">
            <a:extLst xmlns:a="http://schemas.openxmlformats.org/drawingml/2006/main">
              <a:ext uri="{FF2B5EF4-FFF2-40B4-BE49-F238E27FC236}">
                <a16:creationId xmlns:a16="http://schemas.microsoft.com/office/drawing/2014/main" id="{49D4C236-E28C-4342-87BD-A80B6F21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5166daf46462d"/>
          <a:stretch xmlns:a="http://schemas.openxmlformats.org/drawingml/2006/main"/>
        </p:blipFill>
        <p:spPr>
          <a:xfrm xmlns:a="http://schemas.openxmlformats.org/drawingml/2006/main">
            <a:off x="5981224" y="17440275"/>
            <a:ext cx="2420303" cy="733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9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2026-06-12T20:30:01.6550000Z</dcterms:created>
  <dcterms:modified xsi:type="dcterms:W3CDTF">2026-06-12T20:30:01.6550000Z</dcterms:modified>
</coreProperties>
</file>